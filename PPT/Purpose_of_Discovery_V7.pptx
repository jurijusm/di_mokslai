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74" r:id="rId5"/>
    <p:sldId id="285" r:id="rId6"/>
    <p:sldId id="287" r:id="rId7"/>
    <p:sldId id="264" r:id="rId8"/>
    <p:sldId id="281" r:id="rId9"/>
    <p:sldId id="275" r:id="rId10"/>
    <p:sldId id="265" r:id="rId11"/>
    <p:sldId id="256" r:id="rId12"/>
    <p:sldId id="259" r:id="rId13"/>
    <p:sldId id="260" r:id="rId14"/>
    <p:sldId id="257" r:id="rId15"/>
    <p:sldId id="261" r:id="rId16"/>
    <p:sldId id="262" r:id="rId17"/>
    <p:sldId id="273" r:id="rId18"/>
    <p:sldId id="269" r:id="rId19"/>
    <p:sldId id="270" r:id="rId20"/>
    <p:sldId id="271" r:id="rId21"/>
    <p:sldId id="279" r:id="rId22"/>
    <p:sldId id="282" r:id="rId23"/>
    <p:sldId id="283" r:id="rId24"/>
    <p:sldId id="288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F5DF6-0F10-4437-80A2-2F1FE8B4F600}" v="629" dt="2025-11-06T14:49:19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rijus Mirošničenko" userId="b115ff73-1505-469c-ac65-dceac67b1b54" providerId="ADAL" clId="{FB8946FA-9CAD-47A7-9EA7-54E132E8BB1F}"/>
    <pc:docChg chg="undo custSel addSld delSld modSld sldOrd">
      <pc:chgData name="Jurijus Mirošničenko" userId="b115ff73-1505-469c-ac65-dceac67b1b54" providerId="ADAL" clId="{FB8946FA-9CAD-47A7-9EA7-54E132E8BB1F}" dt="2025-11-06T15:03:42.230" v="5868"/>
      <pc:docMkLst>
        <pc:docMk/>
      </pc:docMkLst>
      <pc:sldChg chg="addSp delSp modSp mod ord setBg modNotesTx">
        <pc:chgData name="Jurijus Mirošničenko" userId="b115ff73-1505-469c-ac65-dceac67b1b54" providerId="ADAL" clId="{FB8946FA-9CAD-47A7-9EA7-54E132E8BB1F}" dt="2025-11-06T13:34:09.357" v="4660" actId="20577"/>
        <pc:sldMkLst>
          <pc:docMk/>
          <pc:sldMk cId="0" sldId="257"/>
        </pc:sldMkLst>
        <pc:spChg chg="mod">
          <ac:chgData name="Jurijus Mirošničenko" userId="b115ff73-1505-469c-ac65-dceac67b1b54" providerId="ADAL" clId="{FB8946FA-9CAD-47A7-9EA7-54E132E8BB1F}" dt="2025-11-04T12:55:10.787" v="57" actId="255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Jurijus Mirošničenko" userId="b115ff73-1505-469c-ac65-dceac67b1b54" providerId="ADAL" clId="{FB8946FA-9CAD-47A7-9EA7-54E132E8BB1F}" dt="2025-11-04T12:53:09.911" v="44" actId="14100"/>
          <ac:spMkLst>
            <pc:docMk/>
            <pc:sldMk cId="0" sldId="257"/>
            <ac:spMk id="5" creationId="{418B4F29-8F74-2A04-84B0-AFFA161C9D4A}"/>
          </ac:spMkLst>
        </pc:spChg>
        <pc:spChg chg="add">
          <ac:chgData name="Jurijus Mirošničenko" userId="b115ff73-1505-469c-ac65-dceac67b1b54" providerId="ADAL" clId="{FB8946FA-9CAD-47A7-9EA7-54E132E8BB1F}" dt="2025-11-04T12:54:19.305" v="54"/>
          <ac:spMkLst>
            <pc:docMk/>
            <pc:sldMk cId="0" sldId="257"/>
            <ac:spMk id="9" creationId="{C49BDBA9-3E78-19DA-4435-87EEB9AFA2AD}"/>
          </ac:spMkLst>
        </pc:spChg>
        <pc:spChg chg="add">
          <ac:chgData name="Jurijus Mirošničenko" userId="b115ff73-1505-469c-ac65-dceac67b1b54" providerId="ADAL" clId="{FB8946FA-9CAD-47A7-9EA7-54E132E8BB1F}" dt="2025-11-04T12:54:28.245" v="56" actId="26606"/>
          <ac:spMkLst>
            <pc:docMk/>
            <pc:sldMk cId="0" sldId="257"/>
            <ac:spMk id="15" creationId="{2659FDB4-FCBE-4A89-B46D-43D4FA54464D}"/>
          </ac:spMkLst>
        </pc:spChg>
        <pc:graphicFrameChg chg="add modGraphic">
          <ac:chgData name="Jurijus Mirošničenko" userId="b115ff73-1505-469c-ac65-dceac67b1b54" providerId="ADAL" clId="{FB8946FA-9CAD-47A7-9EA7-54E132E8BB1F}" dt="2025-11-04T13:02:25.596" v="90" actId="207"/>
          <ac:graphicFrameMkLst>
            <pc:docMk/>
            <pc:sldMk cId="0" sldId="257"/>
            <ac:graphicFrameMk id="11" creationId="{FFAF3534-565C-8719-CDD3-F2D3E4B6E8F5}"/>
          </ac:graphicFrameMkLst>
        </pc:graphicFrameChg>
        <pc:cxnChg chg="add">
          <ac:chgData name="Jurijus Mirošničenko" userId="b115ff73-1505-469c-ac65-dceac67b1b54" providerId="ADAL" clId="{FB8946FA-9CAD-47A7-9EA7-54E132E8BB1F}" dt="2025-11-04T12:54:28.245" v="56" actId="26606"/>
          <ac:cxnSpMkLst>
            <pc:docMk/>
            <pc:sldMk cId="0" sldId="257"/>
            <ac:cxnSpMk id="17" creationId="{C8F51B3F-8331-4E4A-AE96-D47B1006EEAD}"/>
          </ac:cxnSpMkLst>
        </pc:cxnChg>
      </pc:sldChg>
      <pc:sldChg chg="modSp mod">
        <pc:chgData name="Jurijus Mirošničenko" userId="b115ff73-1505-469c-ac65-dceac67b1b54" providerId="ADAL" clId="{FB8946FA-9CAD-47A7-9EA7-54E132E8BB1F}" dt="2025-11-04T13:01:59.273" v="88" actId="20577"/>
        <pc:sldMkLst>
          <pc:docMk/>
          <pc:sldMk cId="0" sldId="259"/>
        </pc:sldMkLst>
        <pc:spChg chg="mod">
          <ac:chgData name="Jurijus Mirošničenko" userId="b115ff73-1505-469c-ac65-dceac67b1b54" providerId="ADAL" clId="{FB8946FA-9CAD-47A7-9EA7-54E132E8BB1F}" dt="2025-11-04T13:01:59.273" v="88" actId="20577"/>
          <ac:spMkLst>
            <pc:docMk/>
            <pc:sldMk cId="0" sldId="259"/>
            <ac:spMk id="2" creationId="{00000000-0000-0000-0000-000000000000}"/>
          </ac:spMkLst>
        </pc:spChg>
        <pc:graphicFrameChg chg="mod modGraphic">
          <ac:chgData name="Jurijus Mirošničenko" userId="b115ff73-1505-469c-ac65-dceac67b1b54" providerId="ADAL" clId="{FB8946FA-9CAD-47A7-9EA7-54E132E8BB1F}" dt="2025-11-04T12:52:39.830" v="41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  <pc:sldChg chg="ord modNotesTx">
        <pc:chgData name="Jurijus Mirošničenko" userId="b115ff73-1505-469c-ac65-dceac67b1b54" providerId="ADAL" clId="{FB8946FA-9CAD-47A7-9EA7-54E132E8BB1F}" dt="2025-11-06T13:34:41.719" v="4735" actId="20577"/>
        <pc:sldMkLst>
          <pc:docMk/>
          <pc:sldMk cId="0" sldId="260"/>
        </pc:sldMkLst>
      </pc:sldChg>
      <pc:sldChg chg="modSp mod">
        <pc:chgData name="Jurijus Mirošničenko" userId="b115ff73-1505-469c-ac65-dceac67b1b54" providerId="ADAL" clId="{FB8946FA-9CAD-47A7-9EA7-54E132E8BB1F}" dt="2025-11-04T14:54:36.679" v="873" actId="113"/>
        <pc:sldMkLst>
          <pc:docMk/>
          <pc:sldMk cId="0" sldId="261"/>
        </pc:sldMkLst>
        <pc:spChg chg="mod">
          <ac:chgData name="Jurijus Mirošničenko" userId="b115ff73-1505-469c-ac65-dceac67b1b54" providerId="ADAL" clId="{FB8946FA-9CAD-47A7-9EA7-54E132E8BB1F}" dt="2025-11-04T14:54:36.679" v="873" actId="113"/>
          <ac:spMkLst>
            <pc:docMk/>
            <pc:sldMk cId="0" sldId="261"/>
            <ac:spMk id="4" creationId="{00000000-0000-0000-0000-000000000000}"/>
          </ac:spMkLst>
        </pc:spChg>
      </pc:sldChg>
      <pc:sldChg chg="add ord">
        <pc:chgData name="Jurijus Mirošničenko" userId="b115ff73-1505-469c-ac65-dceac67b1b54" providerId="ADAL" clId="{FB8946FA-9CAD-47A7-9EA7-54E132E8BB1F}" dt="2025-11-04T14:01:48.805" v="428"/>
        <pc:sldMkLst>
          <pc:docMk/>
          <pc:sldMk cId="1711059184" sldId="264"/>
        </pc:sldMkLst>
      </pc:sldChg>
      <pc:sldChg chg="modSp mod modNotesTx">
        <pc:chgData name="Jurijus Mirošničenko" userId="b115ff73-1505-469c-ac65-dceac67b1b54" providerId="ADAL" clId="{FB8946FA-9CAD-47A7-9EA7-54E132E8BB1F}" dt="2025-11-06T13:42:58.668" v="4977" actId="20577"/>
        <pc:sldMkLst>
          <pc:docMk/>
          <pc:sldMk cId="0" sldId="265"/>
        </pc:sldMkLst>
        <pc:spChg chg="mod">
          <ac:chgData name="Jurijus Mirošničenko" userId="b115ff73-1505-469c-ac65-dceac67b1b54" providerId="ADAL" clId="{FB8946FA-9CAD-47A7-9EA7-54E132E8BB1F}" dt="2025-11-04T12:45:21.666" v="38" actId="20577"/>
          <ac:spMkLst>
            <pc:docMk/>
            <pc:sldMk cId="0" sldId="265"/>
            <ac:spMk id="7" creationId="{00000000-0000-0000-0000-000000000000}"/>
          </ac:spMkLst>
        </pc:spChg>
      </pc:sldChg>
      <pc:sldChg chg="addSp delSp modSp mod ord setBg">
        <pc:chgData name="Jurijus Mirošničenko" userId="b115ff73-1505-469c-ac65-dceac67b1b54" providerId="ADAL" clId="{FB8946FA-9CAD-47A7-9EA7-54E132E8BB1F}" dt="2025-11-04T14:59:07.862" v="953"/>
        <pc:sldMkLst>
          <pc:docMk/>
          <pc:sldMk cId="0" sldId="269"/>
        </pc:sldMkLst>
        <pc:spChg chg="mod">
          <ac:chgData name="Jurijus Mirošničenko" userId="b115ff73-1505-469c-ac65-dceac67b1b54" providerId="ADAL" clId="{FB8946FA-9CAD-47A7-9EA7-54E132E8BB1F}" dt="2025-11-04T13:15:00.284" v="116" actId="26606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Jurijus Mirošničenko" userId="b115ff73-1505-469c-ac65-dceac67b1b54" providerId="ADAL" clId="{FB8946FA-9CAD-47A7-9EA7-54E132E8BB1F}" dt="2025-11-04T13:15:00.284" v="116" actId="26606"/>
          <ac:spMkLst>
            <pc:docMk/>
            <pc:sldMk cId="0" sldId="269"/>
            <ac:spMk id="3" creationId="{00000000-0000-0000-0000-000000000000}"/>
          </ac:spMkLst>
        </pc:spChg>
      </pc:sldChg>
      <pc:sldChg chg="modSp mod ord">
        <pc:chgData name="Jurijus Mirošničenko" userId="b115ff73-1505-469c-ac65-dceac67b1b54" providerId="ADAL" clId="{FB8946FA-9CAD-47A7-9EA7-54E132E8BB1F}" dt="2025-11-04T14:59:16.094" v="955"/>
        <pc:sldMkLst>
          <pc:docMk/>
          <pc:sldMk cId="0" sldId="270"/>
        </pc:sldMkLst>
        <pc:spChg chg="mod">
          <ac:chgData name="Jurijus Mirošničenko" userId="b115ff73-1505-469c-ac65-dceac67b1b54" providerId="ADAL" clId="{FB8946FA-9CAD-47A7-9EA7-54E132E8BB1F}" dt="2025-11-04T13:19:33.039" v="167" actId="12"/>
          <ac:spMkLst>
            <pc:docMk/>
            <pc:sldMk cId="0" sldId="270"/>
            <ac:spMk id="3" creationId="{00000000-0000-0000-0000-000000000000}"/>
          </ac:spMkLst>
        </pc:spChg>
      </pc:sldChg>
      <pc:sldChg chg="ord">
        <pc:chgData name="Jurijus Mirošničenko" userId="b115ff73-1505-469c-ac65-dceac67b1b54" providerId="ADAL" clId="{FB8946FA-9CAD-47A7-9EA7-54E132E8BB1F}" dt="2025-11-04T14:59:21.550" v="957"/>
        <pc:sldMkLst>
          <pc:docMk/>
          <pc:sldMk cId="0" sldId="271"/>
        </pc:sldMkLst>
      </pc:sldChg>
      <pc:sldChg chg="delSp add ord setBg delDesignElem">
        <pc:chgData name="Jurijus Mirošničenko" userId="b115ff73-1505-469c-ac65-dceac67b1b54" providerId="ADAL" clId="{FB8946FA-9CAD-47A7-9EA7-54E132E8BB1F}" dt="2025-11-04T14:59:26.591" v="959"/>
        <pc:sldMkLst>
          <pc:docMk/>
          <pc:sldMk cId="2027459305" sldId="273"/>
        </pc:sldMkLst>
      </pc:sldChg>
      <pc:sldChg chg="addSp delSp modSp mod">
        <pc:chgData name="Jurijus Mirošničenko" userId="b115ff73-1505-469c-ac65-dceac67b1b54" providerId="ADAL" clId="{FB8946FA-9CAD-47A7-9EA7-54E132E8BB1F}" dt="2025-11-04T14:47:22.135" v="542" actId="26606"/>
        <pc:sldMkLst>
          <pc:docMk/>
          <pc:sldMk cId="3951242487" sldId="274"/>
        </pc:sldMkLst>
        <pc:graphicFrameChg chg="add">
          <ac:chgData name="Jurijus Mirošničenko" userId="b115ff73-1505-469c-ac65-dceac67b1b54" providerId="ADAL" clId="{FB8946FA-9CAD-47A7-9EA7-54E132E8BB1F}" dt="2025-11-04T14:47:22.135" v="542" actId="26606"/>
          <ac:graphicFrameMkLst>
            <pc:docMk/>
            <pc:sldMk cId="3951242487" sldId="274"/>
            <ac:graphicFrameMk id="8" creationId="{89A15D91-EFE6-96F6-2AE3-E90E837A03B8}"/>
          </ac:graphicFrameMkLst>
        </pc:graphicFrameChg>
      </pc:sldChg>
      <pc:sldChg chg="modSp add mod setBg modAnim">
        <pc:chgData name="Jurijus Mirošničenko" userId="b115ff73-1505-469c-ac65-dceac67b1b54" providerId="ADAL" clId="{FB8946FA-9CAD-47A7-9EA7-54E132E8BB1F}" dt="2025-11-06T14:39:08.979" v="5333" actId="20577"/>
        <pc:sldMkLst>
          <pc:docMk/>
          <pc:sldMk cId="2192652515" sldId="275"/>
        </pc:sldMkLst>
        <pc:spChg chg="mod">
          <ac:chgData name="Jurijus Mirošničenko" userId="b115ff73-1505-469c-ac65-dceac67b1b54" providerId="ADAL" clId="{FB8946FA-9CAD-47A7-9EA7-54E132E8BB1F}" dt="2025-11-06T14:39:08.979" v="5333" actId="20577"/>
          <ac:spMkLst>
            <pc:docMk/>
            <pc:sldMk cId="2192652515" sldId="275"/>
            <ac:spMk id="3" creationId="{5E0D9B74-5206-A4E7-7104-8ACED6A54451}"/>
          </ac:spMkLst>
        </pc:spChg>
      </pc:sldChg>
      <pc:sldChg chg="modSp add mod ord modAnim">
        <pc:chgData name="Jurijus Mirošničenko" userId="b115ff73-1505-469c-ac65-dceac67b1b54" providerId="ADAL" clId="{FB8946FA-9CAD-47A7-9EA7-54E132E8BB1F}" dt="2025-11-06T14:42:36.195" v="5345" actId="20577"/>
        <pc:sldMkLst>
          <pc:docMk/>
          <pc:sldMk cId="4238803265" sldId="279"/>
        </pc:sldMkLst>
        <pc:spChg chg="mod">
          <ac:chgData name="Jurijus Mirošničenko" userId="b115ff73-1505-469c-ac65-dceac67b1b54" providerId="ADAL" clId="{FB8946FA-9CAD-47A7-9EA7-54E132E8BB1F}" dt="2025-11-06T14:42:36.195" v="5345" actId="20577"/>
          <ac:spMkLst>
            <pc:docMk/>
            <pc:sldMk cId="4238803265" sldId="279"/>
            <ac:spMk id="2" creationId="{6625C0A0-94ED-14DE-85EE-2081B04972E9}"/>
          </ac:spMkLst>
        </pc:spChg>
        <pc:spChg chg="mod">
          <ac:chgData name="Jurijus Mirošničenko" userId="b115ff73-1505-469c-ac65-dceac67b1b54" providerId="ADAL" clId="{FB8946FA-9CAD-47A7-9EA7-54E132E8BB1F}" dt="2025-11-04T15:06:21.032" v="1123" actId="20577"/>
          <ac:spMkLst>
            <pc:docMk/>
            <pc:sldMk cId="4238803265" sldId="279"/>
            <ac:spMk id="3" creationId="{7E970097-FABD-E3D7-6E45-B4D398582372}"/>
          </ac:spMkLst>
        </pc:spChg>
      </pc:sldChg>
      <pc:sldChg chg="delSp modSp add mod ord setBg delDesignElem">
        <pc:chgData name="Jurijus Mirošničenko" userId="b115ff73-1505-469c-ac65-dceac67b1b54" providerId="ADAL" clId="{FB8946FA-9CAD-47A7-9EA7-54E132E8BB1F}" dt="2025-11-06T14:11:24.394" v="5034"/>
        <pc:sldMkLst>
          <pc:docMk/>
          <pc:sldMk cId="113677522" sldId="280"/>
        </pc:sldMkLst>
        <pc:spChg chg="del mod">
          <ac:chgData name="Jurijus Mirošničenko" userId="b115ff73-1505-469c-ac65-dceac67b1b54" providerId="ADAL" clId="{FB8946FA-9CAD-47A7-9EA7-54E132E8BB1F}" dt="2025-11-06T14:05:10.408" v="5006" actId="478"/>
          <ac:spMkLst>
            <pc:docMk/>
            <pc:sldMk cId="113677522" sldId="280"/>
            <ac:spMk id="2" creationId="{2D93C6DA-B171-2A14-3C3B-E6DC1307F8F9}"/>
          </ac:spMkLst>
        </pc:spChg>
        <pc:spChg chg="mod">
          <ac:chgData name="Jurijus Mirošničenko" userId="b115ff73-1505-469c-ac65-dceac67b1b54" providerId="ADAL" clId="{FB8946FA-9CAD-47A7-9EA7-54E132E8BB1F}" dt="2025-11-06T14:05:13.966" v="5007" actId="14100"/>
          <ac:spMkLst>
            <pc:docMk/>
            <pc:sldMk cId="113677522" sldId="280"/>
            <ac:spMk id="3" creationId="{33DA458A-12A6-C9AD-314A-815DD1981C2D}"/>
          </ac:spMkLst>
        </pc:spChg>
      </pc:sldChg>
      <pc:sldChg chg="modSp new mod modNotesTx">
        <pc:chgData name="Jurijus Mirošničenko" userId="b115ff73-1505-469c-ac65-dceac67b1b54" providerId="ADAL" clId="{FB8946FA-9CAD-47A7-9EA7-54E132E8BB1F}" dt="2025-11-06T14:35:59.844" v="5305" actId="20577"/>
        <pc:sldMkLst>
          <pc:docMk/>
          <pc:sldMk cId="319863834" sldId="281"/>
        </pc:sldMkLst>
        <pc:spChg chg="mod">
          <ac:chgData name="Jurijus Mirošničenko" userId="b115ff73-1505-469c-ac65-dceac67b1b54" providerId="ADAL" clId="{FB8946FA-9CAD-47A7-9EA7-54E132E8BB1F}" dt="2025-11-06T14:33:48.215" v="5046" actId="14100"/>
          <ac:spMkLst>
            <pc:docMk/>
            <pc:sldMk cId="319863834" sldId="281"/>
            <ac:spMk id="2" creationId="{88B0B244-7782-9428-88C0-80FF2112591F}"/>
          </ac:spMkLst>
        </pc:spChg>
        <pc:spChg chg="mod">
          <ac:chgData name="Jurijus Mirošničenko" userId="b115ff73-1505-469c-ac65-dceac67b1b54" providerId="ADAL" clId="{FB8946FA-9CAD-47A7-9EA7-54E132E8BB1F}" dt="2025-11-06T14:34:25.665" v="5074" actId="20577"/>
          <ac:spMkLst>
            <pc:docMk/>
            <pc:sldMk cId="319863834" sldId="281"/>
            <ac:spMk id="3" creationId="{492B0199-4B11-2DBB-588B-7010539116D7}"/>
          </ac:spMkLst>
        </pc:spChg>
      </pc:sldChg>
      <pc:sldChg chg="addSp modSp new mod ord">
        <pc:chgData name="Jurijus Mirošničenko" userId="b115ff73-1505-469c-ac65-dceac67b1b54" providerId="ADAL" clId="{FB8946FA-9CAD-47A7-9EA7-54E132E8BB1F}" dt="2025-11-06T14:43:12.304" v="5346" actId="14100"/>
        <pc:sldMkLst>
          <pc:docMk/>
          <pc:sldMk cId="879980470" sldId="282"/>
        </pc:sldMkLst>
        <pc:spChg chg="mod">
          <ac:chgData name="Jurijus Mirošničenko" userId="b115ff73-1505-469c-ac65-dceac67b1b54" providerId="ADAL" clId="{FB8946FA-9CAD-47A7-9EA7-54E132E8BB1F}" dt="2025-11-04T14:50:02.297" v="550" actId="20577"/>
          <ac:spMkLst>
            <pc:docMk/>
            <pc:sldMk cId="879980470" sldId="282"/>
            <ac:spMk id="2" creationId="{8AADBD1A-742E-CA88-B7F2-DF00EA4B4127}"/>
          </ac:spMkLst>
        </pc:spChg>
        <pc:spChg chg="mod">
          <ac:chgData name="Jurijus Mirošničenko" userId="b115ff73-1505-469c-ac65-dceac67b1b54" providerId="ADAL" clId="{FB8946FA-9CAD-47A7-9EA7-54E132E8BB1F}" dt="2025-11-06T14:43:12.304" v="5346" actId="14100"/>
          <ac:spMkLst>
            <pc:docMk/>
            <pc:sldMk cId="879980470" sldId="282"/>
            <ac:spMk id="3" creationId="{86462651-8603-D5E3-563C-59D6450EEA20}"/>
          </ac:spMkLst>
        </pc:spChg>
        <pc:graphicFrameChg chg="add mod modGraphic">
          <ac:chgData name="Jurijus Mirošničenko" userId="b115ff73-1505-469c-ac65-dceac67b1b54" providerId="ADAL" clId="{FB8946FA-9CAD-47A7-9EA7-54E132E8BB1F}" dt="2025-11-04T15:00:55.257" v="971" actId="113"/>
          <ac:graphicFrameMkLst>
            <pc:docMk/>
            <pc:sldMk cId="879980470" sldId="282"/>
            <ac:graphicFrameMk id="4" creationId="{0681674B-A08D-1A3B-0FCA-FFB99D9EC5F4}"/>
          </ac:graphicFrameMkLst>
        </pc:graphicFrameChg>
      </pc:sldChg>
      <pc:sldChg chg="addSp modSp new mod ord modNotesTx">
        <pc:chgData name="Jurijus Mirošničenko" userId="b115ff73-1505-469c-ac65-dceac67b1b54" providerId="ADAL" clId="{FB8946FA-9CAD-47A7-9EA7-54E132E8BB1F}" dt="2025-11-06T14:50:09.404" v="5771" actId="20577"/>
        <pc:sldMkLst>
          <pc:docMk/>
          <pc:sldMk cId="1055687029" sldId="283"/>
        </pc:sldMkLst>
        <pc:spChg chg="mod">
          <ac:chgData name="Jurijus Mirošničenko" userId="b115ff73-1505-469c-ac65-dceac67b1b54" providerId="ADAL" clId="{FB8946FA-9CAD-47A7-9EA7-54E132E8BB1F}" dt="2025-11-06T14:45:29.802" v="5356" actId="20577"/>
          <ac:spMkLst>
            <pc:docMk/>
            <pc:sldMk cId="1055687029" sldId="283"/>
            <ac:spMk id="2" creationId="{5B1CDC4A-48FC-F131-2B3E-95E59C153C19}"/>
          </ac:spMkLst>
        </pc:spChg>
        <pc:spChg chg="mod">
          <ac:chgData name="Jurijus Mirošničenko" userId="b115ff73-1505-469c-ac65-dceac67b1b54" providerId="ADAL" clId="{FB8946FA-9CAD-47A7-9EA7-54E132E8BB1F}" dt="2025-11-06T14:49:02.537" v="5630" actId="20577"/>
          <ac:spMkLst>
            <pc:docMk/>
            <pc:sldMk cId="1055687029" sldId="283"/>
            <ac:spMk id="3" creationId="{9CEE63CE-5006-8030-484C-3524323A0F52}"/>
          </ac:spMkLst>
        </pc:spChg>
        <pc:spChg chg="add">
          <ac:chgData name="Jurijus Mirošničenko" userId="b115ff73-1505-469c-ac65-dceac67b1b54" providerId="ADAL" clId="{FB8946FA-9CAD-47A7-9EA7-54E132E8BB1F}" dt="2025-11-06T14:45:34.514" v="5357"/>
          <ac:spMkLst>
            <pc:docMk/>
            <pc:sldMk cId="1055687029" sldId="283"/>
            <ac:spMk id="4" creationId="{EB1E01FE-8193-912C-C299-08A191A8D6E2}"/>
          </ac:spMkLst>
        </pc:spChg>
        <pc:spChg chg="add">
          <ac:chgData name="Jurijus Mirošničenko" userId="b115ff73-1505-469c-ac65-dceac67b1b54" providerId="ADAL" clId="{FB8946FA-9CAD-47A7-9EA7-54E132E8BB1F}" dt="2025-11-06T14:45:40.726" v="5358"/>
          <ac:spMkLst>
            <pc:docMk/>
            <pc:sldMk cId="1055687029" sldId="283"/>
            <ac:spMk id="5" creationId="{76D49EFF-0A66-9AFA-2F0E-88851F630E68}"/>
          </ac:spMkLst>
        </pc:spChg>
      </pc:sldChg>
      <pc:sldChg chg="new del">
        <pc:chgData name="Jurijus Mirošničenko" userId="b115ff73-1505-469c-ac65-dceac67b1b54" providerId="ADAL" clId="{FB8946FA-9CAD-47A7-9EA7-54E132E8BB1F}" dt="2025-11-06T13:01:36.838" v="3367" actId="47"/>
        <pc:sldMkLst>
          <pc:docMk/>
          <pc:sldMk cId="454905896" sldId="284"/>
        </pc:sldMkLst>
      </pc:sldChg>
      <pc:sldChg chg="modSp new mod modNotesTx">
        <pc:chgData name="Jurijus Mirošničenko" userId="b115ff73-1505-469c-ac65-dceac67b1b54" providerId="ADAL" clId="{FB8946FA-9CAD-47A7-9EA7-54E132E8BB1F}" dt="2025-11-06T14:29:25.985" v="5042" actId="20577"/>
        <pc:sldMkLst>
          <pc:docMk/>
          <pc:sldMk cId="1319270437" sldId="285"/>
        </pc:sldMkLst>
        <pc:spChg chg="mod">
          <ac:chgData name="Jurijus Mirošničenko" userId="b115ff73-1505-469c-ac65-dceac67b1b54" providerId="ADAL" clId="{FB8946FA-9CAD-47A7-9EA7-54E132E8BB1F}" dt="2025-11-06T12:57:25.760" v="3331" actId="20577"/>
          <ac:spMkLst>
            <pc:docMk/>
            <pc:sldMk cId="1319270437" sldId="285"/>
            <ac:spMk id="2" creationId="{B191E769-4C07-7A1A-0BD4-729D8C8F0089}"/>
          </ac:spMkLst>
        </pc:spChg>
        <pc:spChg chg="mod">
          <ac:chgData name="Jurijus Mirošničenko" userId="b115ff73-1505-469c-ac65-dceac67b1b54" providerId="ADAL" clId="{FB8946FA-9CAD-47A7-9EA7-54E132E8BB1F}" dt="2025-11-06T14:29:25.985" v="5042" actId="20577"/>
          <ac:spMkLst>
            <pc:docMk/>
            <pc:sldMk cId="1319270437" sldId="285"/>
            <ac:spMk id="3" creationId="{D3F89DCF-A61D-3909-85F8-DB88EC1DF798}"/>
          </ac:spMkLst>
        </pc:spChg>
      </pc:sldChg>
      <pc:sldChg chg="new del">
        <pc:chgData name="Jurijus Mirošničenko" userId="b115ff73-1505-469c-ac65-dceac67b1b54" providerId="ADAL" clId="{FB8946FA-9CAD-47A7-9EA7-54E132E8BB1F}" dt="2025-11-06T12:33:23.991" v="2113" actId="47"/>
        <pc:sldMkLst>
          <pc:docMk/>
          <pc:sldMk cId="4138935086" sldId="285"/>
        </pc:sldMkLst>
      </pc:sldChg>
      <pc:sldChg chg="new del">
        <pc:chgData name="Jurijus Mirošničenko" userId="b115ff73-1505-469c-ac65-dceac67b1b54" providerId="ADAL" clId="{FB8946FA-9CAD-47A7-9EA7-54E132E8BB1F}" dt="2025-11-06T13:01:43.014" v="3370" actId="47"/>
        <pc:sldMkLst>
          <pc:docMk/>
          <pc:sldMk cId="3383137795" sldId="286"/>
        </pc:sldMkLst>
      </pc:sldChg>
      <pc:sldChg chg="new del">
        <pc:chgData name="Jurijus Mirošničenko" userId="b115ff73-1505-469c-ac65-dceac67b1b54" providerId="ADAL" clId="{FB8946FA-9CAD-47A7-9EA7-54E132E8BB1F}" dt="2025-11-06T13:01:33.774" v="3366" actId="47"/>
        <pc:sldMkLst>
          <pc:docMk/>
          <pc:sldMk cId="3683883338" sldId="286"/>
        </pc:sldMkLst>
      </pc:sldChg>
      <pc:sldChg chg="modSp new mod ord">
        <pc:chgData name="Jurijus Mirošničenko" userId="b115ff73-1505-469c-ac65-dceac67b1b54" providerId="ADAL" clId="{FB8946FA-9CAD-47A7-9EA7-54E132E8BB1F}" dt="2025-11-06T14:30:55.176" v="5043"/>
        <pc:sldMkLst>
          <pc:docMk/>
          <pc:sldMk cId="2374608857" sldId="287"/>
        </pc:sldMkLst>
        <pc:spChg chg="mod">
          <ac:chgData name="Jurijus Mirošničenko" userId="b115ff73-1505-469c-ac65-dceac67b1b54" providerId="ADAL" clId="{FB8946FA-9CAD-47A7-9EA7-54E132E8BB1F}" dt="2025-11-06T13:14:15.042" v="3833" actId="1076"/>
          <ac:spMkLst>
            <pc:docMk/>
            <pc:sldMk cId="2374608857" sldId="287"/>
            <ac:spMk id="2" creationId="{98FE6B47-6AE4-C0CF-76C2-9E2CE66A2178}"/>
          </ac:spMkLst>
        </pc:spChg>
        <pc:spChg chg="mod">
          <ac:chgData name="Jurijus Mirošničenko" userId="b115ff73-1505-469c-ac65-dceac67b1b54" providerId="ADAL" clId="{FB8946FA-9CAD-47A7-9EA7-54E132E8BB1F}" dt="2025-11-06T14:30:55.176" v="5043"/>
          <ac:spMkLst>
            <pc:docMk/>
            <pc:sldMk cId="2374608857" sldId="287"/>
            <ac:spMk id="3" creationId="{CD464D34-D609-BF40-94F3-3F224717DBB5}"/>
          </ac:spMkLst>
        </pc:spChg>
      </pc:sldChg>
      <pc:sldChg chg="addSp delSp modSp new mod ord setBg">
        <pc:chgData name="Jurijus Mirošničenko" userId="b115ff73-1505-469c-ac65-dceac67b1b54" providerId="ADAL" clId="{FB8946FA-9CAD-47A7-9EA7-54E132E8BB1F}" dt="2025-11-06T15:03:42.230" v="5868"/>
        <pc:sldMkLst>
          <pc:docMk/>
          <pc:sldMk cId="265754564" sldId="288"/>
        </pc:sldMkLst>
        <pc:spChg chg="mod">
          <ac:chgData name="Jurijus Mirošničenko" userId="b115ff73-1505-469c-ac65-dceac67b1b54" providerId="ADAL" clId="{FB8946FA-9CAD-47A7-9EA7-54E132E8BB1F}" dt="2025-11-06T15:02:44.953" v="5861" actId="26606"/>
          <ac:spMkLst>
            <pc:docMk/>
            <pc:sldMk cId="265754564" sldId="288"/>
            <ac:spMk id="2" creationId="{BBA8EA43-AA76-5ACD-6DEF-BA2DDE703079}"/>
          </ac:spMkLst>
        </pc:spChg>
        <pc:spChg chg="del mod">
          <ac:chgData name="Jurijus Mirošničenko" userId="b115ff73-1505-469c-ac65-dceac67b1b54" providerId="ADAL" clId="{FB8946FA-9CAD-47A7-9EA7-54E132E8BB1F}" dt="2025-11-06T15:03:07.527" v="5863" actId="478"/>
          <ac:spMkLst>
            <pc:docMk/>
            <pc:sldMk cId="265754564" sldId="288"/>
            <ac:spMk id="3" creationId="{CD500E93-DD65-AFF3-9DC1-E76D1B1CB479}"/>
          </ac:spMkLst>
        </pc:spChg>
        <pc:spChg chg="add del mod">
          <ac:chgData name="Jurijus Mirošničenko" userId="b115ff73-1505-469c-ac65-dceac67b1b54" providerId="ADAL" clId="{FB8946FA-9CAD-47A7-9EA7-54E132E8BB1F}" dt="2025-11-06T15:03:22.153" v="5866" actId="478"/>
          <ac:spMkLst>
            <pc:docMk/>
            <pc:sldMk cId="265754564" sldId="288"/>
            <ac:spMk id="7" creationId="{B0C27ACB-B142-05D3-AB82-B8688B3AD48B}"/>
          </ac:spMkLst>
        </pc:spChg>
        <pc:spChg chg="add del">
          <ac:chgData name="Jurijus Mirošničenko" userId="b115ff73-1505-469c-ac65-dceac67b1b54" providerId="ADAL" clId="{FB8946FA-9CAD-47A7-9EA7-54E132E8BB1F}" dt="2025-11-06T15:02:44.953" v="5861" actId="26606"/>
          <ac:spMkLst>
            <pc:docMk/>
            <pc:sldMk cId="265754564" sldId="288"/>
            <ac:spMk id="10" creationId="{F0A604E4-7307-451C-93BE-F1F7E1BF3BF8}"/>
          </ac:spMkLst>
        </pc:spChg>
        <pc:spChg chg="add del">
          <ac:chgData name="Jurijus Mirošničenko" userId="b115ff73-1505-469c-ac65-dceac67b1b54" providerId="ADAL" clId="{FB8946FA-9CAD-47A7-9EA7-54E132E8BB1F}" dt="2025-11-06T15:02:44.953" v="5861" actId="26606"/>
          <ac:spMkLst>
            <pc:docMk/>
            <pc:sldMk cId="265754564" sldId="288"/>
            <ac:spMk id="12" creationId="{F7F3A0AA-35E5-4085-942B-737839030604}"/>
          </ac:spMkLst>
        </pc:spChg>
        <pc:spChg chg="add del">
          <ac:chgData name="Jurijus Mirošničenko" userId="b115ff73-1505-469c-ac65-dceac67b1b54" providerId="ADAL" clId="{FB8946FA-9CAD-47A7-9EA7-54E132E8BB1F}" dt="2025-11-06T15:02:44.953" v="5861" actId="26606"/>
          <ac:spMkLst>
            <pc:docMk/>
            <pc:sldMk cId="265754564" sldId="288"/>
            <ac:spMk id="14" creationId="{402F5C38-C747-4173-ABBF-656E39E82130}"/>
          </ac:spMkLst>
        </pc:spChg>
        <pc:spChg chg="add del">
          <ac:chgData name="Jurijus Mirošničenko" userId="b115ff73-1505-469c-ac65-dceac67b1b54" providerId="ADAL" clId="{FB8946FA-9CAD-47A7-9EA7-54E132E8BB1F}" dt="2025-11-06T15:02:44.953" v="5861" actId="26606"/>
          <ac:spMkLst>
            <pc:docMk/>
            <pc:sldMk cId="265754564" sldId="288"/>
            <ac:spMk id="16" creationId="{E37EECFC-A684-4391-AE85-4CDAF5565F61}"/>
          </ac:spMkLst>
        </pc:spChg>
        <pc:picChg chg="add mod">
          <ac:chgData name="Jurijus Mirošničenko" userId="b115ff73-1505-469c-ac65-dceac67b1b54" providerId="ADAL" clId="{FB8946FA-9CAD-47A7-9EA7-54E132E8BB1F}" dt="2025-11-06T15:03:14.235" v="5865" actId="14100"/>
          <ac:picMkLst>
            <pc:docMk/>
            <pc:sldMk cId="265754564" sldId="288"/>
            <ac:picMk id="5" creationId="{EFE6D788-F53C-BF1E-CD77-0E97059F1A2B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C2C0B0-8A77-487B-B7FF-F1EE6F8C2EB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F0B047-CB60-4384-ADB4-28D598CAE0A5}">
      <dgm:prSet/>
      <dgm:spPr/>
      <dgm:t>
        <a:bodyPr/>
        <a:lstStyle/>
        <a:p>
          <a:r>
            <a:rPr lang="lt-LT"/>
            <a:t>Implementation process</a:t>
          </a:r>
          <a:endParaRPr lang="en-US"/>
        </a:p>
      </dgm:t>
    </dgm:pt>
    <dgm:pt modelId="{7575EAFE-142C-424F-BFA6-F57375198AFD}" type="parTrans" cxnId="{E387032E-9A1F-4151-ACB0-1806A0722227}">
      <dgm:prSet/>
      <dgm:spPr/>
      <dgm:t>
        <a:bodyPr/>
        <a:lstStyle/>
        <a:p>
          <a:endParaRPr lang="en-US"/>
        </a:p>
      </dgm:t>
    </dgm:pt>
    <dgm:pt modelId="{4C81D014-6413-4A6E-8CCD-6895AE504674}" type="sibTrans" cxnId="{E387032E-9A1F-4151-ACB0-1806A0722227}">
      <dgm:prSet/>
      <dgm:spPr/>
      <dgm:t>
        <a:bodyPr/>
        <a:lstStyle/>
        <a:p>
          <a:endParaRPr lang="en-US"/>
        </a:p>
      </dgm:t>
    </dgm:pt>
    <dgm:pt modelId="{70E6DFFE-7150-4D0E-848C-A2C2CBD00461}">
      <dgm:prSet/>
      <dgm:spPr/>
      <dgm:t>
        <a:bodyPr/>
        <a:lstStyle/>
        <a:p>
          <a:r>
            <a:rPr lang="lt-LT"/>
            <a:t>Project Price</a:t>
          </a:r>
          <a:endParaRPr lang="en-US"/>
        </a:p>
      </dgm:t>
    </dgm:pt>
    <dgm:pt modelId="{13489DCE-E3D0-4FF3-BFDE-22268D2A6402}" type="parTrans" cxnId="{6573F966-4948-4747-8FBF-289EB2D5B622}">
      <dgm:prSet/>
      <dgm:spPr/>
      <dgm:t>
        <a:bodyPr/>
        <a:lstStyle/>
        <a:p>
          <a:endParaRPr lang="en-US"/>
        </a:p>
      </dgm:t>
    </dgm:pt>
    <dgm:pt modelId="{88EA2788-514B-4222-BB17-F0856247C0A3}" type="sibTrans" cxnId="{6573F966-4948-4747-8FBF-289EB2D5B622}">
      <dgm:prSet/>
      <dgm:spPr/>
      <dgm:t>
        <a:bodyPr/>
        <a:lstStyle/>
        <a:p>
          <a:endParaRPr lang="en-US"/>
        </a:p>
      </dgm:t>
    </dgm:pt>
    <dgm:pt modelId="{DB000248-8A5B-41CE-9C86-6C6237A3C8B0}">
      <dgm:prSet/>
      <dgm:spPr/>
      <dgm:t>
        <a:bodyPr/>
        <a:lstStyle/>
        <a:p>
          <a:r>
            <a:rPr lang="en-US"/>
            <a:t>The discovery process</a:t>
          </a:r>
        </a:p>
      </dgm:t>
    </dgm:pt>
    <dgm:pt modelId="{DB8D72B2-241E-4007-92FB-7CACF80FF918}" type="parTrans" cxnId="{17082021-7958-4E8F-8731-A2E93540DB6B}">
      <dgm:prSet/>
      <dgm:spPr/>
      <dgm:t>
        <a:bodyPr/>
        <a:lstStyle/>
        <a:p>
          <a:endParaRPr lang="en-US"/>
        </a:p>
      </dgm:t>
    </dgm:pt>
    <dgm:pt modelId="{271F18D6-1120-43EF-983A-C3FCDD8EE6C2}" type="sibTrans" cxnId="{17082021-7958-4E8F-8731-A2E93540DB6B}">
      <dgm:prSet/>
      <dgm:spPr/>
      <dgm:t>
        <a:bodyPr/>
        <a:lstStyle/>
        <a:p>
          <a:endParaRPr lang="en-US"/>
        </a:p>
      </dgm:t>
    </dgm:pt>
    <dgm:pt modelId="{52FD0012-BB45-4440-8EE1-27250FE8B7D0}">
      <dgm:prSet/>
      <dgm:spPr/>
      <dgm:t>
        <a:bodyPr/>
        <a:lstStyle/>
        <a:p>
          <a:r>
            <a:rPr lang="lt-LT"/>
            <a:t>Proposal</a:t>
          </a:r>
          <a:endParaRPr lang="en-US"/>
        </a:p>
      </dgm:t>
    </dgm:pt>
    <dgm:pt modelId="{2585D78E-40FD-4B8C-B498-6C387900E297}" type="parTrans" cxnId="{E1038FE1-E36F-41FE-BADA-FE5673491C26}">
      <dgm:prSet/>
      <dgm:spPr/>
      <dgm:t>
        <a:bodyPr/>
        <a:lstStyle/>
        <a:p>
          <a:endParaRPr lang="en-US"/>
        </a:p>
      </dgm:t>
    </dgm:pt>
    <dgm:pt modelId="{8109ADAE-D6FB-49C0-AE67-E563FAE7BA3D}" type="sibTrans" cxnId="{E1038FE1-E36F-41FE-BADA-FE5673491C26}">
      <dgm:prSet/>
      <dgm:spPr/>
      <dgm:t>
        <a:bodyPr/>
        <a:lstStyle/>
        <a:p>
          <a:endParaRPr lang="en-US"/>
        </a:p>
      </dgm:t>
    </dgm:pt>
    <dgm:pt modelId="{0BDB980E-B852-4B6A-89B2-81C8949AF07B}" type="pres">
      <dgm:prSet presAssocID="{EBC2C0B0-8A77-487B-B7FF-F1EE6F8C2EB1}" presName="vert0" presStyleCnt="0">
        <dgm:presLayoutVars>
          <dgm:dir/>
          <dgm:animOne val="branch"/>
          <dgm:animLvl val="lvl"/>
        </dgm:presLayoutVars>
      </dgm:prSet>
      <dgm:spPr/>
    </dgm:pt>
    <dgm:pt modelId="{41AEA2F3-F4B4-47CE-878C-F3D22A2069EC}" type="pres">
      <dgm:prSet presAssocID="{5AF0B047-CB60-4384-ADB4-28D598CAE0A5}" presName="thickLine" presStyleLbl="alignNode1" presStyleIdx="0" presStyleCnt="4"/>
      <dgm:spPr/>
    </dgm:pt>
    <dgm:pt modelId="{9678B49C-B587-409D-82C8-B1325BC1B5F0}" type="pres">
      <dgm:prSet presAssocID="{5AF0B047-CB60-4384-ADB4-28D598CAE0A5}" presName="horz1" presStyleCnt="0"/>
      <dgm:spPr/>
    </dgm:pt>
    <dgm:pt modelId="{E31F0C91-15F9-467E-93D5-78024A564277}" type="pres">
      <dgm:prSet presAssocID="{5AF0B047-CB60-4384-ADB4-28D598CAE0A5}" presName="tx1" presStyleLbl="revTx" presStyleIdx="0" presStyleCnt="4"/>
      <dgm:spPr/>
    </dgm:pt>
    <dgm:pt modelId="{131E5805-4AE8-46DC-9B9B-06F01CAF67EE}" type="pres">
      <dgm:prSet presAssocID="{5AF0B047-CB60-4384-ADB4-28D598CAE0A5}" presName="vert1" presStyleCnt="0"/>
      <dgm:spPr/>
    </dgm:pt>
    <dgm:pt modelId="{0BD96D3A-FCB3-4F7A-8B54-7B09C364F50F}" type="pres">
      <dgm:prSet presAssocID="{70E6DFFE-7150-4D0E-848C-A2C2CBD00461}" presName="thickLine" presStyleLbl="alignNode1" presStyleIdx="1" presStyleCnt="4"/>
      <dgm:spPr/>
    </dgm:pt>
    <dgm:pt modelId="{179DD257-E450-45F0-9427-BF245EA20F9C}" type="pres">
      <dgm:prSet presAssocID="{70E6DFFE-7150-4D0E-848C-A2C2CBD00461}" presName="horz1" presStyleCnt="0"/>
      <dgm:spPr/>
    </dgm:pt>
    <dgm:pt modelId="{2C38B1E2-35AD-4F68-B232-C72A5425A1D3}" type="pres">
      <dgm:prSet presAssocID="{70E6DFFE-7150-4D0E-848C-A2C2CBD00461}" presName="tx1" presStyleLbl="revTx" presStyleIdx="1" presStyleCnt="4"/>
      <dgm:spPr/>
    </dgm:pt>
    <dgm:pt modelId="{2AE46075-C0C2-4F69-9C7B-47C2C23BCCE8}" type="pres">
      <dgm:prSet presAssocID="{70E6DFFE-7150-4D0E-848C-A2C2CBD00461}" presName="vert1" presStyleCnt="0"/>
      <dgm:spPr/>
    </dgm:pt>
    <dgm:pt modelId="{B450D622-E626-4D7D-9D36-62D6D800CF3F}" type="pres">
      <dgm:prSet presAssocID="{DB000248-8A5B-41CE-9C86-6C6237A3C8B0}" presName="thickLine" presStyleLbl="alignNode1" presStyleIdx="2" presStyleCnt="4"/>
      <dgm:spPr/>
    </dgm:pt>
    <dgm:pt modelId="{EAC58734-D9CA-46E2-AFAA-D68C682338AA}" type="pres">
      <dgm:prSet presAssocID="{DB000248-8A5B-41CE-9C86-6C6237A3C8B0}" presName="horz1" presStyleCnt="0"/>
      <dgm:spPr/>
    </dgm:pt>
    <dgm:pt modelId="{337FA50C-C666-4091-A0DB-C9BD416E15A2}" type="pres">
      <dgm:prSet presAssocID="{DB000248-8A5B-41CE-9C86-6C6237A3C8B0}" presName="tx1" presStyleLbl="revTx" presStyleIdx="2" presStyleCnt="4"/>
      <dgm:spPr/>
    </dgm:pt>
    <dgm:pt modelId="{5DB6CBC1-E7B8-4914-8085-A05D6F974715}" type="pres">
      <dgm:prSet presAssocID="{DB000248-8A5B-41CE-9C86-6C6237A3C8B0}" presName="vert1" presStyleCnt="0"/>
      <dgm:spPr/>
    </dgm:pt>
    <dgm:pt modelId="{B350A5AB-4D2D-4E76-9A80-6840D84534EF}" type="pres">
      <dgm:prSet presAssocID="{52FD0012-BB45-4440-8EE1-27250FE8B7D0}" presName="thickLine" presStyleLbl="alignNode1" presStyleIdx="3" presStyleCnt="4"/>
      <dgm:spPr/>
    </dgm:pt>
    <dgm:pt modelId="{EF7BED05-A529-4322-8EBE-CD7A02FA8312}" type="pres">
      <dgm:prSet presAssocID="{52FD0012-BB45-4440-8EE1-27250FE8B7D0}" presName="horz1" presStyleCnt="0"/>
      <dgm:spPr/>
    </dgm:pt>
    <dgm:pt modelId="{8A27B5A9-B591-4074-B5D8-70D7FAF0651F}" type="pres">
      <dgm:prSet presAssocID="{52FD0012-BB45-4440-8EE1-27250FE8B7D0}" presName="tx1" presStyleLbl="revTx" presStyleIdx="3" presStyleCnt="4"/>
      <dgm:spPr/>
    </dgm:pt>
    <dgm:pt modelId="{1907CC32-F175-4F98-B5E7-2002C1E10455}" type="pres">
      <dgm:prSet presAssocID="{52FD0012-BB45-4440-8EE1-27250FE8B7D0}" presName="vert1" presStyleCnt="0"/>
      <dgm:spPr/>
    </dgm:pt>
  </dgm:ptLst>
  <dgm:cxnLst>
    <dgm:cxn modelId="{FCF2020B-2F13-43A8-862E-18EEE29A863E}" type="presOf" srcId="{EBC2C0B0-8A77-487B-B7FF-F1EE6F8C2EB1}" destId="{0BDB980E-B852-4B6A-89B2-81C8949AF07B}" srcOrd="0" destOrd="0" presId="urn:microsoft.com/office/officeart/2008/layout/LinedList"/>
    <dgm:cxn modelId="{E6CE7E12-EDCB-4374-963D-8043B84D43EA}" type="presOf" srcId="{70E6DFFE-7150-4D0E-848C-A2C2CBD00461}" destId="{2C38B1E2-35AD-4F68-B232-C72A5425A1D3}" srcOrd="0" destOrd="0" presId="urn:microsoft.com/office/officeart/2008/layout/LinedList"/>
    <dgm:cxn modelId="{17082021-7958-4E8F-8731-A2E93540DB6B}" srcId="{EBC2C0B0-8A77-487B-B7FF-F1EE6F8C2EB1}" destId="{DB000248-8A5B-41CE-9C86-6C6237A3C8B0}" srcOrd="2" destOrd="0" parTransId="{DB8D72B2-241E-4007-92FB-7CACF80FF918}" sibTransId="{271F18D6-1120-43EF-983A-C3FCDD8EE6C2}"/>
    <dgm:cxn modelId="{E387032E-9A1F-4151-ACB0-1806A0722227}" srcId="{EBC2C0B0-8A77-487B-B7FF-F1EE6F8C2EB1}" destId="{5AF0B047-CB60-4384-ADB4-28D598CAE0A5}" srcOrd="0" destOrd="0" parTransId="{7575EAFE-142C-424F-BFA6-F57375198AFD}" sibTransId="{4C81D014-6413-4A6E-8CCD-6895AE504674}"/>
    <dgm:cxn modelId="{9D762038-3003-41C9-9D9E-C8A5306C2F75}" type="presOf" srcId="{52FD0012-BB45-4440-8EE1-27250FE8B7D0}" destId="{8A27B5A9-B591-4074-B5D8-70D7FAF0651F}" srcOrd="0" destOrd="0" presId="urn:microsoft.com/office/officeart/2008/layout/LinedList"/>
    <dgm:cxn modelId="{6573F966-4948-4747-8FBF-289EB2D5B622}" srcId="{EBC2C0B0-8A77-487B-B7FF-F1EE6F8C2EB1}" destId="{70E6DFFE-7150-4D0E-848C-A2C2CBD00461}" srcOrd="1" destOrd="0" parTransId="{13489DCE-E3D0-4FF3-BFDE-22268D2A6402}" sibTransId="{88EA2788-514B-4222-BB17-F0856247C0A3}"/>
    <dgm:cxn modelId="{1E8ADB89-B46F-422D-83DC-44957A655E6F}" type="presOf" srcId="{5AF0B047-CB60-4384-ADB4-28D598CAE0A5}" destId="{E31F0C91-15F9-467E-93D5-78024A564277}" srcOrd="0" destOrd="0" presId="urn:microsoft.com/office/officeart/2008/layout/LinedList"/>
    <dgm:cxn modelId="{8B5AAC98-881B-478D-99A0-5D4CF50E0910}" type="presOf" srcId="{DB000248-8A5B-41CE-9C86-6C6237A3C8B0}" destId="{337FA50C-C666-4091-A0DB-C9BD416E15A2}" srcOrd="0" destOrd="0" presId="urn:microsoft.com/office/officeart/2008/layout/LinedList"/>
    <dgm:cxn modelId="{E1038FE1-E36F-41FE-BADA-FE5673491C26}" srcId="{EBC2C0B0-8A77-487B-B7FF-F1EE6F8C2EB1}" destId="{52FD0012-BB45-4440-8EE1-27250FE8B7D0}" srcOrd="3" destOrd="0" parTransId="{2585D78E-40FD-4B8C-B498-6C387900E297}" sibTransId="{8109ADAE-D6FB-49C0-AE67-E563FAE7BA3D}"/>
    <dgm:cxn modelId="{2E3659AF-4721-45EC-A42A-C6BAE431DE89}" type="presParOf" srcId="{0BDB980E-B852-4B6A-89B2-81C8949AF07B}" destId="{41AEA2F3-F4B4-47CE-878C-F3D22A2069EC}" srcOrd="0" destOrd="0" presId="urn:microsoft.com/office/officeart/2008/layout/LinedList"/>
    <dgm:cxn modelId="{B8573D34-007C-4B95-B85F-19D6B49AFC14}" type="presParOf" srcId="{0BDB980E-B852-4B6A-89B2-81C8949AF07B}" destId="{9678B49C-B587-409D-82C8-B1325BC1B5F0}" srcOrd="1" destOrd="0" presId="urn:microsoft.com/office/officeart/2008/layout/LinedList"/>
    <dgm:cxn modelId="{75028194-6DF0-4765-B381-7AF6FCF9550B}" type="presParOf" srcId="{9678B49C-B587-409D-82C8-B1325BC1B5F0}" destId="{E31F0C91-15F9-467E-93D5-78024A564277}" srcOrd="0" destOrd="0" presId="urn:microsoft.com/office/officeart/2008/layout/LinedList"/>
    <dgm:cxn modelId="{84D5A2EC-014F-4D32-A029-6CBD8D7EB37A}" type="presParOf" srcId="{9678B49C-B587-409D-82C8-B1325BC1B5F0}" destId="{131E5805-4AE8-46DC-9B9B-06F01CAF67EE}" srcOrd="1" destOrd="0" presId="urn:microsoft.com/office/officeart/2008/layout/LinedList"/>
    <dgm:cxn modelId="{C6ADDD42-3CF6-49DD-9345-B85BC68DE06C}" type="presParOf" srcId="{0BDB980E-B852-4B6A-89B2-81C8949AF07B}" destId="{0BD96D3A-FCB3-4F7A-8B54-7B09C364F50F}" srcOrd="2" destOrd="0" presId="urn:microsoft.com/office/officeart/2008/layout/LinedList"/>
    <dgm:cxn modelId="{92010F80-AEA7-4A62-97CA-A0C53276E882}" type="presParOf" srcId="{0BDB980E-B852-4B6A-89B2-81C8949AF07B}" destId="{179DD257-E450-45F0-9427-BF245EA20F9C}" srcOrd="3" destOrd="0" presId="urn:microsoft.com/office/officeart/2008/layout/LinedList"/>
    <dgm:cxn modelId="{4320B0A6-40B0-4C51-95D3-298B07176BA1}" type="presParOf" srcId="{179DD257-E450-45F0-9427-BF245EA20F9C}" destId="{2C38B1E2-35AD-4F68-B232-C72A5425A1D3}" srcOrd="0" destOrd="0" presId="urn:microsoft.com/office/officeart/2008/layout/LinedList"/>
    <dgm:cxn modelId="{306CE020-72E5-42D6-8112-245B65232A7D}" type="presParOf" srcId="{179DD257-E450-45F0-9427-BF245EA20F9C}" destId="{2AE46075-C0C2-4F69-9C7B-47C2C23BCCE8}" srcOrd="1" destOrd="0" presId="urn:microsoft.com/office/officeart/2008/layout/LinedList"/>
    <dgm:cxn modelId="{700634D6-BA90-42AB-ACCA-A2779C6E37BF}" type="presParOf" srcId="{0BDB980E-B852-4B6A-89B2-81C8949AF07B}" destId="{B450D622-E626-4D7D-9D36-62D6D800CF3F}" srcOrd="4" destOrd="0" presId="urn:microsoft.com/office/officeart/2008/layout/LinedList"/>
    <dgm:cxn modelId="{0DE09E2D-9C47-4960-B040-AD56B95E5534}" type="presParOf" srcId="{0BDB980E-B852-4B6A-89B2-81C8949AF07B}" destId="{EAC58734-D9CA-46E2-AFAA-D68C682338AA}" srcOrd="5" destOrd="0" presId="urn:microsoft.com/office/officeart/2008/layout/LinedList"/>
    <dgm:cxn modelId="{997AEB07-9748-4C0C-AC2E-EF9140CA57DD}" type="presParOf" srcId="{EAC58734-D9CA-46E2-AFAA-D68C682338AA}" destId="{337FA50C-C666-4091-A0DB-C9BD416E15A2}" srcOrd="0" destOrd="0" presId="urn:microsoft.com/office/officeart/2008/layout/LinedList"/>
    <dgm:cxn modelId="{7A7CF02F-8043-46A6-8E72-C647F3B34A2C}" type="presParOf" srcId="{EAC58734-D9CA-46E2-AFAA-D68C682338AA}" destId="{5DB6CBC1-E7B8-4914-8085-A05D6F974715}" srcOrd="1" destOrd="0" presId="urn:microsoft.com/office/officeart/2008/layout/LinedList"/>
    <dgm:cxn modelId="{DB411028-1C0A-41CD-9F3F-5243AAEBB562}" type="presParOf" srcId="{0BDB980E-B852-4B6A-89B2-81C8949AF07B}" destId="{B350A5AB-4D2D-4E76-9A80-6840D84534EF}" srcOrd="6" destOrd="0" presId="urn:microsoft.com/office/officeart/2008/layout/LinedList"/>
    <dgm:cxn modelId="{F8FF91B5-8C25-43F5-81C5-50D569F5B32F}" type="presParOf" srcId="{0BDB980E-B852-4B6A-89B2-81C8949AF07B}" destId="{EF7BED05-A529-4322-8EBE-CD7A02FA8312}" srcOrd="7" destOrd="0" presId="urn:microsoft.com/office/officeart/2008/layout/LinedList"/>
    <dgm:cxn modelId="{4D957C1B-D3A3-4952-8E60-FC5CE9F366A4}" type="presParOf" srcId="{EF7BED05-A529-4322-8EBE-CD7A02FA8312}" destId="{8A27B5A9-B591-4074-B5D8-70D7FAF0651F}" srcOrd="0" destOrd="0" presId="urn:microsoft.com/office/officeart/2008/layout/LinedList"/>
    <dgm:cxn modelId="{2D2727D2-7AE3-4007-9B30-84DFA6C7474D}" type="presParOf" srcId="{EF7BED05-A529-4322-8EBE-CD7A02FA8312}" destId="{1907CC32-F175-4F98-B5E7-2002C1E104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519CA4-E961-483E-8ADF-BA552F5FDD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9395FCB-DC72-4E17-9D28-949A13AD6801}">
      <dgm:prSet/>
      <dgm:spPr/>
      <dgm:t>
        <a:bodyPr/>
        <a:lstStyle/>
        <a:p>
          <a:r>
            <a:rPr lang="en-US" dirty="0"/>
            <a:t>1. </a:t>
          </a:r>
          <a:r>
            <a:rPr lang="en-US" b="1" dirty="0"/>
            <a:t>Presales, scope definition, or </a:t>
          </a:r>
          <a:r>
            <a:rPr lang="en-US" b="1" dirty="0">
              <a:solidFill>
                <a:srgbClr val="00B0F0"/>
              </a:solidFill>
            </a:rPr>
            <a:t>envisioning discovery</a:t>
          </a:r>
          <a:endParaRPr lang="en-US" dirty="0">
            <a:solidFill>
              <a:srgbClr val="00B0F0"/>
            </a:solidFill>
          </a:endParaRPr>
        </a:p>
      </dgm:t>
    </dgm:pt>
    <dgm:pt modelId="{3272E983-0C46-489B-8214-77E109B5D646}" type="parTrans" cxnId="{CCC3CEDB-FBF6-459E-9ACD-AC990BA41249}">
      <dgm:prSet/>
      <dgm:spPr/>
      <dgm:t>
        <a:bodyPr/>
        <a:lstStyle/>
        <a:p>
          <a:endParaRPr lang="en-US"/>
        </a:p>
      </dgm:t>
    </dgm:pt>
    <dgm:pt modelId="{4A58B734-838D-43E9-B168-B3E32FC68117}" type="sibTrans" cxnId="{CCC3CEDB-FBF6-459E-9ACD-AC990BA41249}">
      <dgm:prSet/>
      <dgm:spPr/>
      <dgm:t>
        <a:bodyPr/>
        <a:lstStyle/>
        <a:p>
          <a:endParaRPr lang="en-US"/>
        </a:p>
      </dgm:t>
    </dgm:pt>
    <dgm:pt modelId="{E41E0C01-5077-41C3-BFE1-DD4CB42FF222}">
      <dgm:prSet/>
      <dgm:spPr/>
      <dgm:t>
        <a:bodyPr/>
        <a:lstStyle/>
        <a:p>
          <a:r>
            <a:rPr lang="en-US"/>
            <a:t>2. Detailed estimate (phase zero)</a:t>
          </a:r>
        </a:p>
      </dgm:t>
    </dgm:pt>
    <dgm:pt modelId="{B2A3600F-6329-44CF-8166-89CD505CEA71}" type="parTrans" cxnId="{D8A73AE1-384D-4409-8216-2D1C9C6F0EDB}">
      <dgm:prSet/>
      <dgm:spPr/>
      <dgm:t>
        <a:bodyPr/>
        <a:lstStyle/>
        <a:p>
          <a:endParaRPr lang="en-US"/>
        </a:p>
      </dgm:t>
    </dgm:pt>
    <dgm:pt modelId="{339F21EF-8B8E-4BE9-99A2-91DD438CC344}" type="sibTrans" cxnId="{D8A73AE1-384D-4409-8216-2D1C9C6F0EDB}">
      <dgm:prSet/>
      <dgm:spPr/>
      <dgm:t>
        <a:bodyPr/>
        <a:lstStyle/>
        <a:p>
          <a:endParaRPr lang="en-US"/>
        </a:p>
      </dgm:t>
    </dgm:pt>
    <dgm:pt modelId="{C96A52A1-D72E-4FB8-AB24-78DB497A16B1}">
      <dgm:prSet/>
      <dgm:spPr/>
      <dgm:t>
        <a:bodyPr/>
        <a:lstStyle/>
        <a:p>
          <a:r>
            <a:rPr lang="en-US"/>
            <a:t>3. Ongoing solution architecture development</a:t>
          </a:r>
        </a:p>
      </dgm:t>
    </dgm:pt>
    <dgm:pt modelId="{B6F718B0-6495-4275-9C21-96158F27075D}" type="parTrans" cxnId="{23D4267F-F190-40C7-97A7-1654D2FC8A75}">
      <dgm:prSet/>
      <dgm:spPr/>
      <dgm:t>
        <a:bodyPr/>
        <a:lstStyle/>
        <a:p>
          <a:endParaRPr lang="en-US"/>
        </a:p>
      </dgm:t>
    </dgm:pt>
    <dgm:pt modelId="{3AB5D1D9-EE9F-499F-848A-74ED1DFDB882}" type="sibTrans" cxnId="{23D4267F-F190-40C7-97A7-1654D2FC8A75}">
      <dgm:prSet/>
      <dgm:spPr/>
      <dgm:t>
        <a:bodyPr/>
        <a:lstStyle/>
        <a:p>
          <a:endParaRPr lang="en-US"/>
        </a:p>
      </dgm:t>
    </dgm:pt>
    <dgm:pt modelId="{1CFF0A5C-1147-4524-8717-48BB29B98038}">
      <dgm:prSet/>
      <dgm:spPr/>
      <dgm:t>
        <a:bodyPr/>
        <a:lstStyle/>
        <a:p>
          <a:r>
            <a:rPr lang="en-US"/>
            <a:t>4. Training and change management</a:t>
          </a:r>
        </a:p>
      </dgm:t>
    </dgm:pt>
    <dgm:pt modelId="{730765C6-96A6-4C78-986A-30F129F99B7F}" type="parTrans" cxnId="{12F7994A-1230-490E-8151-94411F7F6CA7}">
      <dgm:prSet/>
      <dgm:spPr/>
      <dgm:t>
        <a:bodyPr/>
        <a:lstStyle/>
        <a:p>
          <a:endParaRPr lang="en-US"/>
        </a:p>
      </dgm:t>
    </dgm:pt>
    <dgm:pt modelId="{16FBA235-6737-4F4C-8502-B6F0F0F45514}" type="sibTrans" cxnId="{12F7994A-1230-490E-8151-94411F7F6CA7}">
      <dgm:prSet/>
      <dgm:spPr/>
      <dgm:t>
        <a:bodyPr/>
        <a:lstStyle/>
        <a:p>
          <a:endParaRPr lang="en-US"/>
        </a:p>
      </dgm:t>
    </dgm:pt>
    <dgm:pt modelId="{7840E2F1-E383-4A42-8C41-7D65B18067D0}">
      <dgm:prSet/>
      <dgm:spPr/>
      <dgm:t>
        <a:bodyPr/>
        <a:lstStyle/>
        <a:p>
          <a:r>
            <a:rPr lang="en-US"/>
            <a:t>5. Continuous improvement</a:t>
          </a:r>
        </a:p>
      </dgm:t>
    </dgm:pt>
    <dgm:pt modelId="{0C38C0F1-A841-4B11-920E-377A561409C4}" type="parTrans" cxnId="{65AFF93E-2C71-47C4-9483-797935209C46}">
      <dgm:prSet/>
      <dgm:spPr/>
      <dgm:t>
        <a:bodyPr/>
        <a:lstStyle/>
        <a:p>
          <a:endParaRPr lang="en-US"/>
        </a:p>
      </dgm:t>
    </dgm:pt>
    <dgm:pt modelId="{466AABCF-5E1C-44B6-9F88-7765CA815D86}" type="sibTrans" cxnId="{65AFF93E-2C71-47C4-9483-797935209C46}">
      <dgm:prSet/>
      <dgm:spPr/>
      <dgm:t>
        <a:bodyPr/>
        <a:lstStyle/>
        <a:p>
          <a:endParaRPr lang="en-US"/>
        </a:p>
      </dgm:t>
    </dgm:pt>
    <dgm:pt modelId="{0EA667E8-D55D-401B-9782-F65F76FF20C1}" type="pres">
      <dgm:prSet presAssocID="{23519CA4-E961-483E-8ADF-BA552F5FDD31}" presName="root" presStyleCnt="0">
        <dgm:presLayoutVars>
          <dgm:dir/>
          <dgm:resizeHandles val="exact"/>
        </dgm:presLayoutVars>
      </dgm:prSet>
      <dgm:spPr/>
    </dgm:pt>
    <dgm:pt modelId="{C0BF9955-C2E1-4C95-9197-F09266147115}" type="pres">
      <dgm:prSet presAssocID="{79395FCB-DC72-4E17-9D28-949A13AD6801}" presName="compNode" presStyleCnt="0"/>
      <dgm:spPr/>
    </dgm:pt>
    <dgm:pt modelId="{164A4F2D-5676-4CC8-818E-17394AF0F759}" type="pres">
      <dgm:prSet presAssocID="{79395FCB-DC72-4E17-9D28-949A13AD6801}" presName="bgRect" presStyleLbl="bgShp" presStyleIdx="0" presStyleCnt="5"/>
      <dgm:spPr/>
    </dgm:pt>
    <dgm:pt modelId="{88A99B17-2794-453C-B86D-954E5D8BD007}" type="pres">
      <dgm:prSet presAssocID="{79395FCB-DC72-4E17-9D28-949A13AD680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3DDC568-DBFB-4AEB-AFD1-0ABA0EEE7DCC}" type="pres">
      <dgm:prSet presAssocID="{79395FCB-DC72-4E17-9D28-949A13AD6801}" presName="spaceRect" presStyleCnt="0"/>
      <dgm:spPr/>
    </dgm:pt>
    <dgm:pt modelId="{1205D5DA-F589-4428-A701-10D77D3C4D15}" type="pres">
      <dgm:prSet presAssocID="{79395FCB-DC72-4E17-9D28-949A13AD6801}" presName="parTx" presStyleLbl="revTx" presStyleIdx="0" presStyleCnt="5">
        <dgm:presLayoutVars>
          <dgm:chMax val="0"/>
          <dgm:chPref val="0"/>
        </dgm:presLayoutVars>
      </dgm:prSet>
      <dgm:spPr/>
    </dgm:pt>
    <dgm:pt modelId="{D408E721-BA30-4D23-8850-9AE3DAB34660}" type="pres">
      <dgm:prSet presAssocID="{4A58B734-838D-43E9-B168-B3E32FC68117}" presName="sibTrans" presStyleCnt="0"/>
      <dgm:spPr/>
    </dgm:pt>
    <dgm:pt modelId="{C9D484D4-AD42-456A-87A8-ECA92C73F419}" type="pres">
      <dgm:prSet presAssocID="{E41E0C01-5077-41C3-BFE1-DD4CB42FF222}" presName="compNode" presStyleCnt="0"/>
      <dgm:spPr/>
    </dgm:pt>
    <dgm:pt modelId="{DD6E34AA-C707-498A-B76F-1241A28310FD}" type="pres">
      <dgm:prSet presAssocID="{E41E0C01-5077-41C3-BFE1-DD4CB42FF222}" presName="bgRect" presStyleLbl="bgShp" presStyleIdx="1" presStyleCnt="5"/>
      <dgm:spPr/>
    </dgm:pt>
    <dgm:pt modelId="{770CBA55-A604-4540-8D72-CAB363501970}" type="pres">
      <dgm:prSet presAssocID="{E41E0C01-5077-41C3-BFE1-DD4CB42FF2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65F05D33-0D74-499A-BB40-997BA6D264E8}" type="pres">
      <dgm:prSet presAssocID="{E41E0C01-5077-41C3-BFE1-DD4CB42FF222}" presName="spaceRect" presStyleCnt="0"/>
      <dgm:spPr/>
    </dgm:pt>
    <dgm:pt modelId="{979671B7-7104-4F79-8DD1-8D62C59A824B}" type="pres">
      <dgm:prSet presAssocID="{E41E0C01-5077-41C3-BFE1-DD4CB42FF222}" presName="parTx" presStyleLbl="revTx" presStyleIdx="1" presStyleCnt="5">
        <dgm:presLayoutVars>
          <dgm:chMax val="0"/>
          <dgm:chPref val="0"/>
        </dgm:presLayoutVars>
      </dgm:prSet>
      <dgm:spPr/>
    </dgm:pt>
    <dgm:pt modelId="{A1C1E94A-7EA0-478A-8C68-16E93449E234}" type="pres">
      <dgm:prSet presAssocID="{339F21EF-8B8E-4BE9-99A2-91DD438CC344}" presName="sibTrans" presStyleCnt="0"/>
      <dgm:spPr/>
    </dgm:pt>
    <dgm:pt modelId="{48E9F2B9-CBC5-43FC-9879-500AAD791257}" type="pres">
      <dgm:prSet presAssocID="{C96A52A1-D72E-4FB8-AB24-78DB497A16B1}" presName="compNode" presStyleCnt="0"/>
      <dgm:spPr/>
    </dgm:pt>
    <dgm:pt modelId="{36FA4585-BCEE-4EDC-A260-89804F39619B}" type="pres">
      <dgm:prSet presAssocID="{C96A52A1-D72E-4FB8-AB24-78DB497A16B1}" presName="bgRect" presStyleLbl="bgShp" presStyleIdx="2" presStyleCnt="5"/>
      <dgm:spPr/>
    </dgm:pt>
    <dgm:pt modelId="{8E60064D-29CA-4596-8C1C-AF47E1280462}" type="pres">
      <dgm:prSet presAssocID="{C96A52A1-D72E-4FB8-AB24-78DB497A16B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D56D66B-7887-4622-A861-CC1773CA857D}" type="pres">
      <dgm:prSet presAssocID="{C96A52A1-D72E-4FB8-AB24-78DB497A16B1}" presName="spaceRect" presStyleCnt="0"/>
      <dgm:spPr/>
    </dgm:pt>
    <dgm:pt modelId="{F0628962-8F3D-44F9-9107-B394E12505AA}" type="pres">
      <dgm:prSet presAssocID="{C96A52A1-D72E-4FB8-AB24-78DB497A16B1}" presName="parTx" presStyleLbl="revTx" presStyleIdx="2" presStyleCnt="5">
        <dgm:presLayoutVars>
          <dgm:chMax val="0"/>
          <dgm:chPref val="0"/>
        </dgm:presLayoutVars>
      </dgm:prSet>
      <dgm:spPr/>
    </dgm:pt>
    <dgm:pt modelId="{46962899-FB5A-497D-AF4C-1DC9BEB2DE8A}" type="pres">
      <dgm:prSet presAssocID="{3AB5D1D9-EE9F-499F-848A-74ED1DFDB882}" presName="sibTrans" presStyleCnt="0"/>
      <dgm:spPr/>
    </dgm:pt>
    <dgm:pt modelId="{9EE4C964-FDE0-4F78-BB9F-F1C8B4F0B385}" type="pres">
      <dgm:prSet presAssocID="{1CFF0A5C-1147-4524-8717-48BB29B98038}" presName="compNode" presStyleCnt="0"/>
      <dgm:spPr/>
    </dgm:pt>
    <dgm:pt modelId="{36EC2B19-1493-48A3-A1A5-4DA9D04AE201}" type="pres">
      <dgm:prSet presAssocID="{1CFF0A5C-1147-4524-8717-48BB29B98038}" presName="bgRect" presStyleLbl="bgShp" presStyleIdx="3" presStyleCnt="5"/>
      <dgm:spPr/>
    </dgm:pt>
    <dgm:pt modelId="{939A1A25-E0C8-4E8A-9FE7-079BF96B6704}" type="pres">
      <dgm:prSet presAssocID="{1CFF0A5C-1147-4524-8717-48BB29B9803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D582E46-DA0B-4034-931B-964EC4B72AB3}" type="pres">
      <dgm:prSet presAssocID="{1CFF0A5C-1147-4524-8717-48BB29B98038}" presName="spaceRect" presStyleCnt="0"/>
      <dgm:spPr/>
    </dgm:pt>
    <dgm:pt modelId="{AF6317B0-7A50-46D5-9115-0AF64C962585}" type="pres">
      <dgm:prSet presAssocID="{1CFF0A5C-1147-4524-8717-48BB29B98038}" presName="parTx" presStyleLbl="revTx" presStyleIdx="3" presStyleCnt="5">
        <dgm:presLayoutVars>
          <dgm:chMax val="0"/>
          <dgm:chPref val="0"/>
        </dgm:presLayoutVars>
      </dgm:prSet>
      <dgm:spPr/>
    </dgm:pt>
    <dgm:pt modelId="{E0BE444A-436D-4198-A2C4-AA89B8799396}" type="pres">
      <dgm:prSet presAssocID="{16FBA235-6737-4F4C-8502-B6F0F0F45514}" presName="sibTrans" presStyleCnt="0"/>
      <dgm:spPr/>
    </dgm:pt>
    <dgm:pt modelId="{63A1FBED-DDC7-4C8A-A27D-57BE9FAC5B5E}" type="pres">
      <dgm:prSet presAssocID="{7840E2F1-E383-4A42-8C41-7D65B18067D0}" presName="compNode" presStyleCnt="0"/>
      <dgm:spPr/>
    </dgm:pt>
    <dgm:pt modelId="{EC98248D-836D-4756-88BB-02E9FA9F20CE}" type="pres">
      <dgm:prSet presAssocID="{7840E2F1-E383-4A42-8C41-7D65B18067D0}" presName="bgRect" presStyleLbl="bgShp" presStyleIdx="4" presStyleCnt="5"/>
      <dgm:spPr/>
    </dgm:pt>
    <dgm:pt modelId="{CE74D728-2D61-4E77-804A-DFE117649FCB}" type="pres">
      <dgm:prSet presAssocID="{7840E2F1-E383-4A42-8C41-7D65B18067D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9A92D044-5E79-4556-8784-88D579BCCDB9}" type="pres">
      <dgm:prSet presAssocID="{7840E2F1-E383-4A42-8C41-7D65B18067D0}" presName="spaceRect" presStyleCnt="0"/>
      <dgm:spPr/>
    </dgm:pt>
    <dgm:pt modelId="{A6DEA53F-C05A-46BB-B8F2-D81EA0942AAE}" type="pres">
      <dgm:prSet presAssocID="{7840E2F1-E383-4A42-8C41-7D65B18067D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E1F662E-F35F-4D68-B7D1-11359262F4DE}" type="presOf" srcId="{23519CA4-E961-483E-8ADF-BA552F5FDD31}" destId="{0EA667E8-D55D-401B-9782-F65F76FF20C1}" srcOrd="0" destOrd="0" presId="urn:microsoft.com/office/officeart/2018/2/layout/IconVerticalSolidList"/>
    <dgm:cxn modelId="{8C617339-8A31-47E9-829C-B6AA69DDA207}" type="presOf" srcId="{79395FCB-DC72-4E17-9D28-949A13AD6801}" destId="{1205D5DA-F589-4428-A701-10D77D3C4D15}" srcOrd="0" destOrd="0" presId="urn:microsoft.com/office/officeart/2018/2/layout/IconVerticalSolidList"/>
    <dgm:cxn modelId="{65AFF93E-2C71-47C4-9483-797935209C46}" srcId="{23519CA4-E961-483E-8ADF-BA552F5FDD31}" destId="{7840E2F1-E383-4A42-8C41-7D65B18067D0}" srcOrd="4" destOrd="0" parTransId="{0C38C0F1-A841-4B11-920E-377A561409C4}" sibTransId="{466AABCF-5E1C-44B6-9F88-7765CA815D86}"/>
    <dgm:cxn modelId="{12F7994A-1230-490E-8151-94411F7F6CA7}" srcId="{23519CA4-E961-483E-8ADF-BA552F5FDD31}" destId="{1CFF0A5C-1147-4524-8717-48BB29B98038}" srcOrd="3" destOrd="0" parTransId="{730765C6-96A6-4C78-986A-30F129F99B7F}" sibTransId="{16FBA235-6737-4F4C-8502-B6F0F0F45514}"/>
    <dgm:cxn modelId="{8A9C6F51-F207-46E5-9C2A-A541D311A6DF}" type="presOf" srcId="{C96A52A1-D72E-4FB8-AB24-78DB497A16B1}" destId="{F0628962-8F3D-44F9-9107-B394E12505AA}" srcOrd="0" destOrd="0" presId="urn:microsoft.com/office/officeart/2018/2/layout/IconVerticalSolidList"/>
    <dgm:cxn modelId="{23D4267F-F190-40C7-97A7-1654D2FC8A75}" srcId="{23519CA4-E961-483E-8ADF-BA552F5FDD31}" destId="{C96A52A1-D72E-4FB8-AB24-78DB497A16B1}" srcOrd="2" destOrd="0" parTransId="{B6F718B0-6495-4275-9C21-96158F27075D}" sibTransId="{3AB5D1D9-EE9F-499F-848A-74ED1DFDB882}"/>
    <dgm:cxn modelId="{59E36A8C-1FB0-4ECB-B5A8-968082A431FD}" type="presOf" srcId="{1CFF0A5C-1147-4524-8717-48BB29B98038}" destId="{AF6317B0-7A50-46D5-9115-0AF64C962585}" srcOrd="0" destOrd="0" presId="urn:microsoft.com/office/officeart/2018/2/layout/IconVerticalSolidList"/>
    <dgm:cxn modelId="{D9B680AA-60CD-41F4-8B6A-833F6FCC39DC}" type="presOf" srcId="{7840E2F1-E383-4A42-8C41-7D65B18067D0}" destId="{A6DEA53F-C05A-46BB-B8F2-D81EA0942AAE}" srcOrd="0" destOrd="0" presId="urn:microsoft.com/office/officeart/2018/2/layout/IconVerticalSolidList"/>
    <dgm:cxn modelId="{CCC3CEDB-FBF6-459E-9ACD-AC990BA41249}" srcId="{23519CA4-E961-483E-8ADF-BA552F5FDD31}" destId="{79395FCB-DC72-4E17-9D28-949A13AD6801}" srcOrd="0" destOrd="0" parTransId="{3272E983-0C46-489B-8214-77E109B5D646}" sibTransId="{4A58B734-838D-43E9-B168-B3E32FC68117}"/>
    <dgm:cxn modelId="{D8A73AE1-384D-4409-8216-2D1C9C6F0EDB}" srcId="{23519CA4-E961-483E-8ADF-BA552F5FDD31}" destId="{E41E0C01-5077-41C3-BFE1-DD4CB42FF222}" srcOrd="1" destOrd="0" parTransId="{B2A3600F-6329-44CF-8166-89CD505CEA71}" sibTransId="{339F21EF-8B8E-4BE9-99A2-91DD438CC344}"/>
    <dgm:cxn modelId="{EB7BE6EC-9FCF-42BB-B582-48FF31C45754}" type="presOf" srcId="{E41E0C01-5077-41C3-BFE1-DD4CB42FF222}" destId="{979671B7-7104-4F79-8DD1-8D62C59A824B}" srcOrd="0" destOrd="0" presId="urn:microsoft.com/office/officeart/2018/2/layout/IconVerticalSolidList"/>
    <dgm:cxn modelId="{436BEC73-4B12-4AA6-A29F-28D6AF49F44E}" type="presParOf" srcId="{0EA667E8-D55D-401B-9782-F65F76FF20C1}" destId="{C0BF9955-C2E1-4C95-9197-F09266147115}" srcOrd="0" destOrd="0" presId="urn:microsoft.com/office/officeart/2018/2/layout/IconVerticalSolidList"/>
    <dgm:cxn modelId="{F71C3987-A0DC-42E6-A37C-1AE507C0E550}" type="presParOf" srcId="{C0BF9955-C2E1-4C95-9197-F09266147115}" destId="{164A4F2D-5676-4CC8-818E-17394AF0F759}" srcOrd="0" destOrd="0" presId="urn:microsoft.com/office/officeart/2018/2/layout/IconVerticalSolidList"/>
    <dgm:cxn modelId="{3707EDD7-6325-4516-8AC7-9BE688B26A92}" type="presParOf" srcId="{C0BF9955-C2E1-4C95-9197-F09266147115}" destId="{88A99B17-2794-453C-B86D-954E5D8BD007}" srcOrd="1" destOrd="0" presId="urn:microsoft.com/office/officeart/2018/2/layout/IconVerticalSolidList"/>
    <dgm:cxn modelId="{34CC53BC-3079-4883-9A97-52FC99E840D7}" type="presParOf" srcId="{C0BF9955-C2E1-4C95-9197-F09266147115}" destId="{33DDC568-DBFB-4AEB-AFD1-0ABA0EEE7DCC}" srcOrd="2" destOrd="0" presId="urn:microsoft.com/office/officeart/2018/2/layout/IconVerticalSolidList"/>
    <dgm:cxn modelId="{3DEF12B7-9428-4804-A872-84A9737AD3FF}" type="presParOf" srcId="{C0BF9955-C2E1-4C95-9197-F09266147115}" destId="{1205D5DA-F589-4428-A701-10D77D3C4D15}" srcOrd="3" destOrd="0" presId="urn:microsoft.com/office/officeart/2018/2/layout/IconVerticalSolidList"/>
    <dgm:cxn modelId="{88A7D4AE-B9C8-4A0B-92B9-16152AF787FD}" type="presParOf" srcId="{0EA667E8-D55D-401B-9782-F65F76FF20C1}" destId="{D408E721-BA30-4D23-8850-9AE3DAB34660}" srcOrd="1" destOrd="0" presId="urn:microsoft.com/office/officeart/2018/2/layout/IconVerticalSolidList"/>
    <dgm:cxn modelId="{94A663FA-EDC5-4F13-B360-DFAEA3040F16}" type="presParOf" srcId="{0EA667E8-D55D-401B-9782-F65F76FF20C1}" destId="{C9D484D4-AD42-456A-87A8-ECA92C73F419}" srcOrd="2" destOrd="0" presId="urn:microsoft.com/office/officeart/2018/2/layout/IconVerticalSolidList"/>
    <dgm:cxn modelId="{13EE3AFF-515B-49BE-A311-08E3CC4FFC20}" type="presParOf" srcId="{C9D484D4-AD42-456A-87A8-ECA92C73F419}" destId="{DD6E34AA-C707-498A-B76F-1241A28310FD}" srcOrd="0" destOrd="0" presId="urn:microsoft.com/office/officeart/2018/2/layout/IconVerticalSolidList"/>
    <dgm:cxn modelId="{1FAA3A17-FDC3-4F6D-909F-942D603D1526}" type="presParOf" srcId="{C9D484D4-AD42-456A-87A8-ECA92C73F419}" destId="{770CBA55-A604-4540-8D72-CAB363501970}" srcOrd="1" destOrd="0" presId="urn:microsoft.com/office/officeart/2018/2/layout/IconVerticalSolidList"/>
    <dgm:cxn modelId="{2CCB951D-9441-4F9E-BD75-FF8D2DE40998}" type="presParOf" srcId="{C9D484D4-AD42-456A-87A8-ECA92C73F419}" destId="{65F05D33-0D74-499A-BB40-997BA6D264E8}" srcOrd="2" destOrd="0" presId="urn:microsoft.com/office/officeart/2018/2/layout/IconVerticalSolidList"/>
    <dgm:cxn modelId="{1D4B9A62-F826-4A6B-A672-A038F8EE02B1}" type="presParOf" srcId="{C9D484D4-AD42-456A-87A8-ECA92C73F419}" destId="{979671B7-7104-4F79-8DD1-8D62C59A824B}" srcOrd="3" destOrd="0" presId="urn:microsoft.com/office/officeart/2018/2/layout/IconVerticalSolidList"/>
    <dgm:cxn modelId="{44AF4505-0B43-47B2-803B-9F3EF903685A}" type="presParOf" srcId="{0EA667E8-D55D-401B-9782-F65F76FF20C1}" destId="{A1C1E94A-7EA0-478A-8C68-16E93449E234}" srcOrd="3" destOrd="0" presId="urn:microsoft.com/office/officeart/2018/2/layout/IconVerticalSolidList"/>
    <dgm:cxn modelId="{CC1858D7-1AC2-44E4-A9B4-3F3A7FBEB04B}" type="presParOf" srcId="{0EA667E8-D55D-401B-9782-F65F76FF20C1}" destId="{48E9F2B9-CBC5-43FC-9879-500AAD791257}" srcOrd="4" destOrd="0" presId="urn:microsoft.com/office/officeart/2018/2/layout/IconVerticalSolidList"/>
    <dgm:cxn modelId="{93993F7F-7F24-4950-9C18-EF65D8B93D17}" type="presParOf" srcId="{48E9F2B9-CBC5-43FC-9879-500AAD791257}" destId="{36FA4585-BCEE-4EDC-A260-89804F39619B}" srcOrd="0" destOrd="0" presId="urn:microsoft.com/office/officeart/2018/2/layout/IconVerticalSolidList"/>
    <dgm:cxn modelId="{4375B1A1-D4C8-4553-8B36-357F523BFBDA}" type="presParOf" srcId="{48E9F2B9-CBC5-43FC-9879-500AAD791257}" destId="{8E60064D-29CA-4596-8C1C-AF47E1280462}" srcOrd="1" destOrd="0" presId="urn:microsoft.com/office/officeart/2018/2/layout/IconVerticalSolidList"/>
    <dgm:cxn modelId="{CE344671-5DD2-4295-97E8-026901EB8FF8}" type="presParOf" srcId="{48E9F2B9-CBC5-43FC-9879-500AAD791257}" destId="{AD56D66B-7887-4622-A861-CC1773CA857D}" srcOrd="2" destOrd="0" presId="urn:microsoft.com/office/officeart/2018/2/layout/IconVerticalSolidList"/>
    <dgm:cxn modelId="{B206837E-5A4A-43D8-BC87-1354C13F1EB1}" type="presParOf" srcId="{48E9F2B9-CBC5-43FC-9879-500AAD791257}" destId="{F0628962-8F3D-44F9-9107-B394E12505AA}" srcOrd="3" destOrd="0" presId="urn:microsoft.com/office/officeart/2018/2/layout/IconVerticalSolidList"/>
    <dgm:cxn modelId="{8DF21135-6F52-4E85-89D0-0185794BFD8B}" type="presParOf" srcId="{0EA667E8-D55D-401B-9782-F65F76FF20C1}" destId="{46962899-FB5A-497D-AF4C-1DC9BEB2DE8A}" srcOrd="5" destOrd="0" presId="urn:microsoft.com/office/officeart/2018/2/layout/IconVerticalSolidList"/>
    <dgm:cxn modelId="{34237935-102F-495D-B5EA-9E463FD7E28B}" type="presParOf" srcId="{0EA667E8-D55D-401B-9782-F65F76FF20C1}" destId="{9EE4C964-FDE0-4F78-BB9F-F1C8B4F0B385}" srcOrd="6" destOrd="0" presId="urn:microsoft.com/office/officeart/2018/2/layout/IconVerticalSolidList"/>
    <dgm:cxn modelId="{1177409A-9AA1-49C0-BCF2-CE21C5F57D2A}" type="presParOf" srcId="{9EE4C964-FDE0-4F78-BB9F-F1C8B4F0B385}" destId="{36EC2B19-1493-48A3-A1A5-4DA9D04AE201}" srcOrd="0" destOrd="0" presId="urn:microsoft.com/office/officeart/2018/2/layout/IconVerticalSolidList"/>
    <dgm:cxn modelId="{42A23182-0587-4481-9080-03E7124CD162}" type="presParOf" srcId="{9EE4C964-FDE0-4F78-BB9F-F1C8B4F0B385}" destId="{939A1A25-E0C8-4E8A-9FE7-079BF96B6704}" srcOrd="1" destOrd="0" presId="urn:microsoft.com/office/officeart/2018/2/layout/IconVerticalSolidList"/>
    <dgm:cxn modelId="{414B1A09-FDE0-4592-94F8-707556D1A819}" type="presParOf" srcId="{9EE4C964-FDE0-4F78-BB9F-F1C8B4F0B385}" destId="{ED582E46-DA0B-4034-931B-964EC4B72AB3}" srcOrd="2" destOrd="0" presId="urn:microsoft.com/office/officeart/2018/2/layout/IconVerticalSolidList"/>
    <dgm:cxn modelId="{705CBBE1-D8A8-4A97-BA23-910CD16A8519}" type="presParOf" srcId="{9EE4C964-FDE0-4F78-BB9F-F1C8B4F0B385}" destId="{AF6317B0-7A50-46D5-9115-0AF64C962585}" srcOrd="3" destOrd="0" presId="urn:microsoft.com/office/officeart/2018/2/layout/IconVerticalSolidList"/>
    <dgm:cxn modelId="{E35F5410-AB14-4A4E-96CD-B86BDED66B99}" type="presParOf" srcId="{0EA667E8-D55D-401B-9782-F65F76FF20C1}" destId="{E0BE444A-436D-4198-A2C4-AA89B8799396}" srcOrd="7" destOrd="0" presId="urn:microsoft.com/office/officeart/2018/2/layout/IconVerticalSolidList"/>
    <dgm:cxn modelId="{EEEE1A42-8CCE-457E-B314-2A2AFF764D17}" type="presParOf" srcId="{0EA667E8-D55D-401B-9782-F65F76FF20C1}" destId="{63A1FBED-DDC7-4C8A-A27D-57BE9FAC5B5E}" srcOrd="8" destOrd="0" presId="urn:microsoft.com/office/officeart/2018/2/layout/IconVerticalSolidList"/>
    <dgm:cxn modelId="{F7CA801B-ACA1-4ED5-9802-13C3452E9971}" type="presParOf" srcId="{63A1FBED-DDC7-4C8A-A27D-57BE9FAC5B5E}" destId="{EC98248D-836D-4756-88BB-02E9FA9F20CE}" srcOrd="0" destOrd="0" presId="urn:microsoft.com/office/officeart/2018/2/layout/IconVerticalSolidList"/>
    <dgm:cxn modelId="{034C0B58-1BEC-4DEE-8002-BD54EB853B12}" type="presParOf" srcId="{63A1FBED-DDC7-4C8A-A27D-57BE9FAC5B5E}" destId="{CE74D728-2D61-4E77-804A-DFE117649FCB}" srcOrd="1" destOrd="0" presId="urn:microsoft.com/office/officeart/2018/2/layout/IconVerticalSolidList"/>
    <dgm:cxn modelId="{7F67E024-098C-41E4-A496-232164D89009}" type="presParOf" srcId="{63A1FBED-DDC7-4C8A-A27D-57BE9FAC5B5E}" destId="{9A92D044-5E79-4556-8784-88D579BCCDB9}" srcOrd="2" destOrd="0" presId="urn:microsoft.com/office/officeart/2018/2/layout/IconVerticalSolidList"/>
    <dgm:cxn modelId="{5CB1F344-7068-4481-818F-9E561311B3C8}" type="presParOf" srcId="{63A1FBED-DDC7-4C8A-A27D-57BE9FAC5B5E}" destId="{A6DEA53F-C05A-46BB-B8F2-D81EA0942A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EA2F3-F4B4-47CE-878C-F3D22A2069EC}">
      <dsp:nvSpPr>
        <dsp:cNvPr id="0" name=""/>
        <dsp:cNvSpPr/>
      </dsp:nvSpPr>
      <dsp:spPr>
        <a:xfrm>
          <a:off x="0" y="0"/>
          <a:ext cx="5638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F0C91-15F9-467E-93D5-78024A564277}">
      <dsp:nvSpPr>
        <dsp:cNvPr id="0" name=""/>
        <dsp:cNvSpPr/>
      </dsp:nvSpPr>
      <dsp:spPr>
        <a:xfrm>
          <a:off x="0" y="0"/>
          <a:ext cx="5638800" cy="1463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200" kern="1200"/>
            <a:t>Implementation process</a:t>
          </a:r>
          <a:endParaRPr lang="en-US" sz="4200" kern="1200"/>
        </a:p>
      </dsp:txBody>
      <dsp:txXfrm>
        <a:off x="0" y="0"/>
        <a:ext cx="5638800" cy="1463278"/>
      </dsp:txXfrm>
    </dsp:sp>
    <dsp:sp modelId="{0BD96D3A-FCB3-4F7A-8B54-7B09C364F50F}">
      <dsp:nvSpPr>
        <dsp:cNvPr id="0" name=""/>
        <dsp:cNvSpPr/>
      </dsp:nvSpPr>
      <dsp:spPr>
        <a:xfrm>
          <a:off x="0" y="1463278"/>
          <a:ext cx="5638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8B1E2-35AD-4F68-B232-C72A5425A1D3}">
      <dsp:nvSpPr>
        <dsp:cNvPr id="0" name=""/>
        <dsp:cNvSpPr/>
      </dsp:nvSpPr>
      <dsp:spPr>
        <a:xfrm>
          <a:off x="0" y="1463278"/>
          <a:ext cx="5638800" cy="1463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200" kern="1200"/>
            <a:t>Project Price</a:t>
          </a:r>
          <a:endParaRPr lang="en-US" sz="4200" kern="1200"/>
        </a:p>
      </dsp:txBody>
      <dsp:txXfrm>
        <a:off x="0" y="1463278"/>
        <a:ext cx="5638800" cy="1463278"/>
      </dsp:txXfrm>
    </dsp:sp>
    <dsp:sp modelId="{B450D622-E626-4D7D-9D36-62D6D800CF3F}">
      <dsp:nvSpPr>
        <dsp:cNvPr id="0" name=""/>
        <dsp:cNvSpPr/>
      </dsp:nvSpPr>
      <dsp:spPr>
        <a:xfrm>
          <a:off x="0" y="2926556"/>
          <a:ext cx="5638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FA50C-C666-4091-A0DB-C9BD416E15A2}">
      <dsp:nvSpPr>
        <dsp:cNvPr id="0" name=""/>
        <dsp:cNvSpPr/>
      </dsp:nvSpPr>
      <dsp:spPr>
        <a:xfrm>
          <a:off x="0" y="2926556"/>
          <a:ext cx="5638800" cy="1463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The discovery process</a:t>
          </a:r>
        </a:p>
      </dsp:txBody>
      <dsp:txXfrm>
        <a:off x="0" y="2926556"/>
        <a:ext cx="5638800" cy="1463278"/>
      </dsp:txXfrm>
    </dsp:sp>
    <dsp:sp modelId="{B350A5AB-4D2D-4E76-9A80-6840D84534EF}">
      <dsp:nvSpPr>
        <dsp:cNvPr id="0" name=""/>
        <dsp:cNvSpPr/>
      </dsp:nvSpPr>
      <dsp:spPr>
        <a:xfrm>
          <a:off x="0" y="4389834"/>
          <a:ext cx="5638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7B5A9-B591-4074-B5D8-70D7FAF0651F}">
      <dsp:nvSpPr>
        <dsp:cNvPr id="0" name=""/>
        <dsp:cNvSpPr/>
      </dsp:nvSpPr>
      <dsp:spPr>
        <a:xfrm>
          <a:off x="0" y="4389834"/>
          <a:ext cx="5638800" cy="1463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lt-LT" sz="4200" kern="1200"/>
            <a:t>Proposal</a:t>
          </a:r>
          <a:endParaRPr lang="en-US" sz="4200" kern="1200"/>
        </a:p>
      </dsp:txBody>
      <dsp:txXfrm>
        <a:off x="0" y="4389834"/>
        <a:ext cx="5638800" cy="14632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A4F2D-5676-4CC8-818E-17394AF0F759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A99B17-2794-453C-B86D-954E5D8BD007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5D5DA-F589-4428-A701-10D77D3C4D15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 </a:t>
          </a:r>
          <a:r>
            <a:rPr lang="en-US" sz="1900" b="1" kern="1200" dirty="0"/>
            <a:t>Presales, scope definition, or </a:t>
          </a:r>
          <a:r>
            <a:rPr lang="en-US" sz="1900" b="1" kern="1200" dirty="0">
              <a:solidFill>
                <a:srgbClr val="00B0F0"/>
              </a:solidFill>
            </a:rPr>
            <a:t>envisioning discovery</a:t>
          </a:r>
          <a:endParaRPr lang="en-US" sz="1900" kern="1200" dirty="0">
            <a:solidFill>
              <a:srgbClr val="00B0F0"/>
            </a:solidFill>
          </a:endParaRPr>
        </a:p>
      </dsp:txBody>
      <dsp:txXfrm>
        <a:off x="1074268" y="4366"/>
        <a:ext cx="3609680" cy="930102"/>
      </dsp:txXfrm>
    </dsp:sp>
    <dsp:sp modelId="{DD6E34AA-C707-498A-B76F-1241A28310FD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CBA55-A604-4540-8D72-CAB363501970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671B7-7104-4F79-8DD1-8D62C59A824B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Detailed estimate (phase zero)</a:t>
          </a:r>
        </a:p>
      </dsp:txBody>
      <dsp:txXfrm>
        <a:off x="1074268" y="1166994"/>
        <a:ext cx="3609680" cy="930102"/>
      </dsp:txXfrm>
    </dsp:sp>
    <dsp:sp modelId="{36FA4585-BCEE-4EDC-A260-89804F39619B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0064D-29CA-4596-8C1C-AF47E1280462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28962-8F3D-44F9-9107-B394E12505AA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Ongoing solution architecture development</a:t>
          </a:r>
        </a:p>
      </dsp:txBody>
      <dsp:txXfrm>
        <a:off x="1074268" y="2329622"/>
        <a:ext cx="3609680" cy="930102"/>
      </dsp:txXfrm>
    </dsp:sp>
    <dsp:sp modelId="{36EC2B19-1493-48A3-A1A5-4DA9D04AE201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A1A25-E0C8-4E8A-9FE7-079BF96B6704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317B0-7A50-46D5-9115-0AF64C962585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Training and change management</a:t>
          </a:r>
        </a:p>
      </dsp:txBody>
      <dsp:txXfrm>
        <a:off x="1074268" y="3492250"/>
        <a:ext cx="3609680" cy="930102"/>
      </dsp:txXfrm>
    </dsp:sp>
    <dsp:sp modelId="{EC98248D-836D-4756-88BB-02E9FA9F20CE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74D728-2D61-4E77-804A-DFE117649FCB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EA53F-C05A-46BB-B8F2-D81EA0942AAE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Continuous improvement</a:t>
          </a:r>
        </a:p>
      </dsp:txBody>
      <dsp:txXfrm>
        <a:off x="1074268" y="4654878"/>
        <a:ext cx="3609680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CA4D4-E2D1-463A-B4BC-415E6A57367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E084A-C186-45A8-8EE6-436978226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4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Kodėl čia parašyta padedančio  o ne užtikrinančio? Todėl kad netgi praėjus procesą yra rizika.  Mes turime daug patirties tiek teigiamos ir neigiamos .  žinome ir maisto pramonės rizikų- todėl mums  iš anksto svarbu išsiaiškint pagrindinius  lūkesčius ir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65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Šios skaidrės tikslas – suprati, kad D365 </a:t>
            </a:r>
            <a:r>
              <a:rPr lang="lt-LT" dirty="0" err="1"/>
              <a:t>fo</a:t>
            </a:r>
            <a:r>
              <a:rPr lang="lt-LT" dirty="0"/>
              <a:t> </a:t>
            </a:r>
            <a:r>
              <a:rPr lang="lt-LT" dirty="0" err="1"/>
              <a:t>deigimas</a:t>
            </a:r>
            <a:r>
              <a:rPr lang="lt-LT" dirty="0"/>
              <a:t> nėra tas pats kas nusipirkti </a:t>
            </a:r>
            <a:r>
              <a:rPr lang="lt-LT" dirty="0" err="1"/>
              <a:t>škodą</a:t>
            </a:r>
            <a:r>
              <a:rPr lang="lt-LT" dirty="0"/>
              <a:t>.  </a:t>
            </a:r>
          </a:p>
          <a:p>
            <a:r>
              <a:rPr lang="lt-LT" dirty="0"/>
              <a:t>Vienas iš </a:t>
            </a:r>
            <a:r>
              <a:rPr lang="lt-LT" dirty="0" err="1"/>
              <a:t>microsoft</a:t>
            </a:r>
            <a:r>
              <a:rPr lang="lt-LT" dirty="0"/>
              <a:t> diegimo proceso elementų yra įėjimo sąlygos- klientas supranta kiek kainuos. </a:t>
            </a:r>
          </a:p>
          <a:p>
            <a:r>
              <a:rPr lang="lt-LT" dirty="0"/>
              <a:t>Mes negalima dirbti nemokai, mes galime taikyti tinkamiausius  projektų valdymo metodus tam kad atpiginti diegimą.  ERP diegimai yra itin rizikingi.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 err="1"/>
              <a:t>Entry</a:t>
            </a:r>
            <a:r>
              <a:rPr lang="lt-LT" dirty="0"/>
              <a:t> </a:t>
            </a:r>
            <a:r>
              <a:rPr lang="lt-LT" dirty="0" err="1"/>
              <a:t>criteria</a:t>
            </a:r>
            <a:r>
              <a:rPr lang="lt-LT" dirty="0"/>
              <a:t> -   klientas supranta kainą ir yra komanda . </a:t>
            </a:r>
            <a:r>
              <a:rPr lang="lt-LT" dirty="0" err="1"/>
              <a:t>Kick</a:t>
            </a:r>
            <a:r>
              <a:rPr lang="lt-LT" dirty="0"/>
              <a:t> </a:t>
            </a:r>
            <a:r>
              <a:rPr lang="lt-LT" dirty="0" err="1"/>
              <a:t>off</a:t>
            </a:r>
            <a:r>
              <a:rPr lang="lt-LT" dirty="0"/>
              <a:t> – priimamas sprendimas dėl sekančio veiksmo. Pilka zona – iteracinis procesas.  Pirma iteracija – Vizija. Po vizijos nustatymo- susitariama dėl antros iteracijos.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7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Kas yra konsultantas – jis pažiūri į jūsų </a:t>
            </a:r>
            <a:r>
              <a:rPr lang="lt-LT" dirty="0" err="1"/>
              <a:t>llaikrodį</a:t>
            </a:r>
            <a:r>
              <a:rPr lang="lt-LT" dirty="0"/>
              <a:t>, pasako keik valandų, o jūs tai suprantate. Po šios analizė klientas ir komanda supranta dėl ko dirbama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60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Tam kad  </a:t>
            </a:r>
            <a:r>
              <a:rPr lang="lt-LT" dirty="0" err="1"/>
              <a:t>kad</a:t>
            </a:r>
            <a:r>
              <a:rPr lang="lt-LT" dirty="0"/>
              <a:t> dar </a:t>
            </a:r>
            <a:r>
              <a:rPr lang="lt-LT" dirty="0" err="1"/>
              <a:t>giliaus</a:t>
            </a:r>
            <a:r>
              <a:rPr lang="lt-LT" dirty="0"/>
              <a:t> suprasti ką veiksime suprasti ir ko neveiksime – kuo skiriasi skirtingo gylio analizės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1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1️⃣ Consider end-to-end process rather than individual products</a:t>
            </a:r>
          </a:p>
          <a:p>
            <a:endParaRPr dirty="0"/>
          </a:p>
          <a:p>
            <a:r>
              <a:rPr dirty="0" err="1"/>
              <a:t>Vertinkite</a:t>
            </a:r>
            <a:r>
              <a:rPr dirty="0"/>
              <a:t> </a:t>
            </a:r>
            <a:r>
              <a:rPr dirty="0" err="1"/>
              <a:t>procesą</a:t>
            </a:r>
            <a:r>
              <a:rPr dirty="0"/>
              <a:t> </a:t>
            </a:r>
            <a:r>
              <a:rPr dirty="0" err="1"/>
              <a:t>nuo</a:t>
            </a:r>
            <a:r>
              <a:rPr dirty="0"/>
              <a:t> </a:t>
            </a:r>
            <a:r>
              <a:rPr dirty="0" err="1"/>
              <a:t>pradžios</a:t>
            </a:r>
            <a:r>
              <a:rPr dirty="0"/>
              <a:t>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pabaigos</a:t>
            </a:r>
            <a:r>
              <a:rPr dirty="0"/>
              <a:t>, o ne </a:t>
            </a:r>
            <a:r>
              <a:rPr dirty="0" err="1"/>
              <a:t>atskirus</a:t>
            </a:r>
            <a:r>
              <a:rPr dirty="0"/>
              <a:t> </a:t>
            </a:r>
            <a:r>
              <a:rPr dirty="0" err="1"/>
              <a:t>produktus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Nesvarbu</a:t>
            </a:r>
            <a:r>
              <a:rPr dirty="0"/>
              <a:t>, </a:t>
            </a:r>
            <a:r>
              <a:rPr dirty="0" err="1"/>
              <a:t>kad</a:t>
            </a:r>
            <a:r>
              <a:rPr dirty="0"/>
              <a:t> </a:t>
            </a:r>
            <a:r>
              <a:rPr dirty="0" err="1"/>
              <a:t>diegiate</a:t>
            </a:r>
            <a:r>
              <a:rPr dirty="0"/>
              <a:t> </a:t>
            </a:r>
            <a:r>
              <a:rPr dirty="0" err="1"/>
              <a:t>kelis</a:t>
            </a:r>
            <a:r>
              <a:rPr dirty="0"/>
              <a:t> </a:t>
            </a:r>
            <a:r>
              <a:rPr dirty="0" err="1"/>
              <a:t>produktus</a:t>
            </a:r>
            <a:r>
              <a:rPr dirty="0"/>
              <a:t> (</a:t>
            </a:r>
            <a:r>
              <a:rPr dirty="0" err="1"/>
              <a:t>pvz</a:t>
            </a:r>
            <a:r>
              <a:rPr dirty="0"/>
              <a:t>., D365 Finance </a:t>
            </a:r>
            <a:r>
              <a:rPr dirty="0" err="1"/>
              <a:t>ir</a:t>
            </a:r>
            <a:r>
              <a:rPr dirty="0"/>
              <a:t> D365 Supply Chain). </a:t>
            </a:r>
            <a:r>
              <a:rPr dirty="0" err="1"/>
              <a:t>Vertinimas</a:t>
            </a:r>
            <a:r>
              <a:rPr dirty="0"/>
              <a:t> </a:t>
            </a:r>
            <a:r>
              <a:rPr dirty="0" err="1"/>
              <a:t>turi</a:t>
            </a:r>
            <a:r>
              <a:rPr dirty="0"/>
              <a:t> </a:t>
            </a:r>
            <a:r>
              <a:rPr dirty="0" err="1"/>
              <a:t>būti</a:t>
            </a:r>
            <a:r>
              <a:rPr dirty="0"/>
              <a:t> </a:t>
            </a:r>
            <a:r>
              <a:rPr dirty="0" err="1"/>
              <a:t>daromas</a:t>
            </a:r>
            <a:r>
              <a:rPr dirty="0"/>
              <a:t> per </a:t>
            </a:r>
            <a:r>
              <a:rPr dirty="0" err="1"/>
              <a:t>visą</a:t>
            </a:r>
            <a:r>
              <a:rPr dirty="0"/>
              <a:t> </a:t>
            </a:r>
            <a:r>
              <a:rPr dirty="0" err="1"/>
              <a:t>verslo</a:t>
            </a:r>
            <a:r>
              <a:rPr dirty="0"/>
              <a:t> </a:t>
            </a:r>
            <a:r>
              <a:rPr dirty="0" err="1"/>
              <a:t>procesą</a:t>
            </a:r>
            <a:r>
              <a:rPr dirty="0"/>
              <a:t>, </a:t>
            </a:r>
            <a:r>
              <a:rPr dirty="0" err="1"/>
              <a:t>pvz</a:t>
            </a:r>
            <a:r>
              <a:rPr dirty="0"/>
              <a:t>.:</a:t>
            </a:r>
          </a:p>
          <a:p>
            <a:r>
              <a:rPr dirty="0"/>
              <a:t>• </a:t>
            </a:r>
            <a:r>
              <a:rPr dirty="0" err="1"/>
              <a:t>nuo</a:t>
            </a:r>
            <a:r>
              <a:rPr dirty="0"/>
              <a:t> </a:t>
            </a:r>
            <a:r>
              <a:rPr dirty="0" err="1"/>
              <a:t>užsakymo</a:t>
            </a:r>
            <a:r>
              <a:rPr dirty="0"/>
              <a:t> </a:t>
            </a:r>
            <a:r>
              <a:rPr dirty="0" err="1"/>
              <a:t>gavimo</a:t>
            </a:r>
            <a:r>
              <a:rPr dirty="0"/>
              <a:t>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sąskaitos</a:t>
            </a:r>
            <a:r>
              <a:rPr dirty="0"/>
              <a:t> </a:t>
            </a:r>
            <a:r>
              <a:rPr dirty="0" err="1"/>
              <a:t>išrašymo</a:t>
            </a:r>
            <a:r>
              <a:rPr dirty="0"/>
              <a:t>,</a:t>
            </a:r>
          </a:p>
          <a:p>
            <a:r>
              <a:rPr dirty="0"/>
              <a:t>• </a:t>
            </a:r>
            <a:r>
              <a:rPr dirty="0" err="1"/>
              <a:t>nuo</a:t>
            </a:r>
            <a:r>
              <a:rPr dirty="0"/>
              <a:t> </a:t>
            </a:r>
            <a:r>
              <a:rPr dirty="0" err="1"/>
              <a:t>žaliavos</a:t>
            </a:r>
            <a:r>
              <a:rPr dirty="0"/>
              <a:t> </a:t>
            </a:r>
            <a:r>
              <a:rPr dirty="0" err="1"/>
              <a:t>pirkimo</a:t>
            </a:r>
            <a:r>
              <a:rPr dirty="0"/>
              <a:t> </a:t>
            </a:r>
            <a:r>
              <a:rPr dirty="0" err="1"/>
              <a:t>iki</a:t>
            </a:r>
            <a:r>
              <a:rPr dirty="0"/>
              <a:t> </a:t>
            </a:r>
            <a:r>
              <a:rPr dirty="0" err="1"/>
              <a:t>galutinio</a:t>
            </a:r>
            <a:r>
              <a:rPr dirty="0"/>
              <a:t> </a:t>
            </a:r>
            <a:r>
              <a:rPr dirty="0" err="1"/>
              <a:t>produkto</a:t>
            </a:r>
            <a:r>
              <a:rPr dirty="0"/>
              <a:t> </a:t>
            </a:r>
            <a:r>
              <a:rPr dirty="0" err="1"/>
              <a:t>pardavimo</a:t>
            </a:r>
            <a:r>
              <a:rPr dirty="0"/>
              <a:t>.</a:t>
            </a:r>
          </a:p>
          <a:p>
            <a:r>
              <a:rPr dirty="0" err="1"/>
              <a:t>Tokiu</a:t>
            </a:r>
            <a:r>
              <a:rPr dirty="0"/>
              <a:t> </a:t>
            </a:r>
            <a:r>
              <a:rPr dirty="0" err="1"/>
              <a:t>būdu</a:t>
            </a:r>
            <a:r>
              <a:rPr dirty="0"/>
              <a:t> </a:t>
            </a:r>
            <a:r>
              <a:rPr dirty="0" err="1"/>
              <a:t>sąmata</a:t>
            </a:r>
            <a:r>
              <a:rPr dirty="0"/>
              <a:t> </a:t>
            </a:r>
            <a:r>
              <a:rPr dirty="0" err="1"/>
              <a:t>remiasi</a:t>
            </a:r>
            <a:r>
              <a:rPr dirty="0"/>
              <a:t> </a:t>
            </a:r>
            <a:r>
              <a:rPr dirty="0" err="1"/>
              <a:t>verslo</a:t>
            </a:r>
            <a:r>
              <a:rPr dirty="0"/>
              <a:t> </a:t>
            </a:r>
            <a:r>
              <a:rPr dirty="0" err="1"/>
              <a:t>vertės</a:t>
            </a:r>
            <a:r>
              <a:rPr dirty="0"/>
              <a:t> </a:t>
            </a:r>
            <a:r>
              <a:rPr dirty="0" err="1"/>
              <a:t>srautu</a:t>
            </a:r>
            <a:r>
              <a:rPr dirty="0"/>
              <a:t>, o ne tik </a:t>
            </a:r>
            <a:r>
              <a:rPr dirty="0" err="1"/>
              <a:t>moduliais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2️⃣ Map out the overall data model</a:t>
            </a:r>
          </a:p>
          <a:p>
            <a:endParaRPr dirty="0"/>
          </a:p>
          <a:p>
            <a:r>
              <a:rPr dirty="0" err="1"/>
              <a:t>Nubraižykite</a:t>
            </a:r>
            <a:r>
              <a:rPr dirty="0"/>
              <a:t> </a:t>
            </a:r>
            <a:r>
              <a:rPr dirty="0" err="1"/>
              <a:t>bendrą</a:t>
            </a:r>
            <a:r>
              <a:rPr dirty="0"/>
              <a:t> </a:t>
            </a:r>
            <a:r>
              <a:rPr dirty="0" err="1"/>
              <a:t>duomenų</a:t>
            </a:r>
            <a:r>
              <a:rPr dirty="0"/>
              <a:t> </a:t>
            </a:r>
            <a:r>
              <a:rPr dirty="0" err="1"/>
              <a:t>modelį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Skirtingi</a:t>
            </a:r>
            <a:r>
              <a:rPr dirty="0"/>
              <a:t> </a:t>
            </a:r>
            <a:r>
              <a:rPr dirty="0" err="1"/>
              <a:t>sprendimai</a:t>
            </a:r>
            <a:r>
              <a:rPr dirty="0"/>
              <a:t> (Finance, SCM, CRM, Power Apps) </a:t>
            </a:r>
            <a:r>
              <a:rPr dirty="0" err="1"/>
              <a:t>naudoja</a:t>
            </a:r>
            <a:r>
              <a:rPr dirty="0"/>
              <a:t> </a:t>
            </a:r>
            <a:r>
              <a:rPr dirty="0" err="1"/>
              <a:t>skirtingas</a:t>
            </a:r>
            <a:r>
              <a:rPr dirty="0"/>
              <a:t> </a:t>
            </a:r>
            <a:r>
              <a:rPr dirty="0" err="1"/>
              <a:t>duomenų</a:t>
            </a:r>
            <a:r>
              <a:rPr dirty="0"/>
              <a:t> </a:t>
            </a:r>
            <a:r>
              <a:rPr dirty="0" err="1"/>
              <a:t>struktūras</a:t>
            </a:r>
            <a:r>
              <a:rPr dirty="0"/>
              <a:t>.</a:t>
            </a:r>
          </a:p>
          <a:p>
            <a:r>
              <a:rPr dirty="0" err="1"/>
              <a:t>Reikia</a:t>
            </a:r>
            <a:r>
              <a:rPr dirty="0"/>
              <a:t> </a:t>
            </a:r>
            <a:r>
              <a:rPr dirty="0" err="1"/>
              <a:t>iš</a:t>
            </a:r>
            <a:r>
              <a:rPr dirty="0"/>
              <a:t> </a:t>
            </a:r>
            <a:r>
              <a:rPr dirty="0" err="1"/>
              <a:t>anksto</a:t>
            </a:r>
            <a:r>
              <a:rPr dirty="0"/>
              <a:t> </a:t>
            </a:r>
            <a:r>
              <a:rPr dirty="0" err="1"/>
              <a:t>nustatyti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kaip</a:t>
            </a:r>
            <a:r>
              <a:rPr dirty="0"/>
              <a:t> </a:t>
            </a:r>
            <a:r>
              <a:rPr dirty="0" err="1"/>
              <a:t>duomenys</a:t>
            </a:r>
            <a:r>
              <a:rPr dirty="0"/>
              <a:t> bus </a:t>
            </a:r>
            <a:r>
              <a:rPr dirty="0" err="1"/>
              <a:t>dalijami</a:t>
            </a:r>
            <a:r>
              <a:rPr dirty="0"/>
              <a:t> tarp </a:t>
            </a:r>
            <a:r>
              <a:rPr dirty="0" err="1"/>
              <a:t>sistemų</a:t>
            </a:r>
            <a:r>
              <a:rPr dirty="0"/>
              <a:t>,</a:t>
            </a:r>
          </a:p>
          <a:p>
            <a:r>
              <a:rPr dirty="0"/>
              <a:t>• </a:t>
            </a:r>
            <a:r>
              <a:rPr dirty="0" err="1"/>
              <a:t>kur</a:t>
            </a:r>
            <a:r>
              <a:rPr dirty="0"/>
              <a:t> bus "source of truth",</a:t>
            </a:r>
          </a:p>
          <a:p>
            <a:r>
              <a:rPr dirty="0"/>
              <a:t>• </a:t>
            </a:r>
            <a:r>
              <a:rPr dirty="0" err="1"/>
              <a:t>kaip</a:t>
            </a:r>
            <a:r>
              <a:rPr dirty="0"/>
              <a:t> </a:t>
            </a:r>
            <a:r>
              <a:rPr dirty="0" err="1"/>
              <a:t>veiks</a:t>
            </a:r>
            <a:r>
              <a:rPr dirty="0"/>
              <a:t> </a:t>
            </a:r>
            <a:r>
              <a:rPr dirty="0" err="1"/>
              <a:t>integracijos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ataskaitos</a:t>
            </a:r>
            <a:r>
              <a:rPr dirty="0"/>
              <a:t>.</a:t>
            </a:r>
          </a:p>
          <a:p>
            <a:r>
              <a:rPr dirty="0"/>
              <a:t>Tai </a:t>
            </a:r>
            <a:r>
              <a:rPr dirty="0" err="1"/>
              <a:t>padeda</a:t>
            </a:r>
            <a:r>
              <a:rPr dirty="0"/>
              <a:t> </a:t>
            </a:r>
            <a:r>
              <a:rPr dirty="0" err="1"/>
              <a:t>išvengti</a:t>
            </a:r>
            <a:r>
              <a:rPr dirty="0"/>
              <a:t> </a:t>
            </a:r>
            <a:r>
              <a:rPr dirty="0" err="1"/>
              <a:t>duomenų</a:t>
            </a:r>
            <a:r>
              <a:rPr dirty="0"/>
              <a:t> </a:t>
            </a:r>
            <a:r>
              <a:rPr dirty="0" err="1"/>
              <a:t>dubliavimo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nerealistinių</a:t>
            </a:r>
            <a:r>
              <a:rPr dirty="0"/>
              <a:t> </a:t>
            </a:r>
            <a:r>
              <a:rPr dirty="0" err="1"/>
              <a:t>planų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3️⃣ Plan the roll-out strategy</a:t>
            </a:r>
          </a:p>
          <a:p>
            <a:endParaRPr dirty="0"/>
          </a:p>
          <a:p>
            <a:r>
              <a:rPr dirty="0" err="1"/>
              <a:t>Suplanuokite</a:t>
            </a:r>
            <a:r>
              <a:rPr dirty="0"/>
              <a:t> </a:t>
            </a:r>
            <a:r>
              <a:rPr dirty="0" err="1"/>
              <a:t>įgyvendinimo</a:t>
            </a:r>
            <a:r>
              <a:rPr dirty="0"/>
              <a:t> (roll-out) </a:t>
            </a:r>
            <a:r>
              <a:rPr dirty="0" err="1"/>
              <a:t>strategiją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Nustatykite</a:t>
            </a:r>
            <a:r>
              <a:rPr dirty="0"/>
              <a:t>, </a:t>
            </a:r>
            <a:r>
              <a:rPr dirty="0" err="1"/>
              <a:t>kaip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bus </a:t>
            </a:r>
            <a:r>
              <a:rPr dirty="0" err="1"/>
              <a:t>diegiama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Etapais</a:t>
            </a:r>
            <a:r>
              <a:rPr dirty="0"/>
              <a:t> (phased roll-out) – </a:t>
            </a:r>
            <a:r>
              <a:rPr dirty="0" err="1"/>
              <a:t>pvz</a:t>
            </a:r>
            <a:r>
              <a:rPr dirty="0"/>
              <a:t>., </a:t>
            </a:r>
            <a:r>
              <a:rPr dirty="0" err="1"/>
              <a:t>pirmiausia</a:t>
            </a:r>
            <a:r>
              <a:rPr dirty="0"/>
              <a:t> </a:t>
            </a:r>
            <a:r>
              <a:rPr dirty="0" err="1"/>
              <a:t>finansai</a:t>
            </a:r>
            <a:r>
              <a:rPr dirty="0"/>
              <a:t>, po to </a:t>
            </a:r>
            <a:r>
              <a:rPr dirty="0" err="1"/>
              <a:t>tiekimo</a:t>
            </a:r>
            <a:r>
              <a:rPr dirty="0"/>
              <a:t> </a:t>
            </a:r>
            <a:r>
              <a:rPr dirty="0" err="1"/>
              <a:t>grandinė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Pagal</a:t>
            </a:r>
            <a:r>
              <a:rPr dirty="0"/>
              <a:t> </a:t>
            </a:r>
            <a:r>
              <a:rPr dirty="0" err="1"/>
              <a:t>regionus</a:t>
            </a:r>
            <a:r>
              <a:rPr dirty="0"/>
              <a:t> / </a:t>
            </a:r>
            <a:r>
              <a:rPr dirty="0" err="1"/>
              <a:t>filialus</a:t>
            </a:r>
            <a:r>
              <a:rPr dirty="0"/>
              <a:t> (wave deployment).</a:t>
            </a:r>
          </a:p>
          <a:p>
            <a:r>
              <a:rPr dirty="0"/>
              <a:t>• </a:t>
            </a:r>
            <a:r>
              <a:rPr dirty="0" err="1"/>
              <a:t>Pagal</a:t>
            </a:r>
            <a:r>
              <a:rPr dirty="0"/>
              <a:t> </a:t>
            </a:r>
            <a:r>
              <a:rPr dirty="0" err="1"/>
              <a:t>funkcinius</a:t>
            </a:r>
            <a:r>
              <a:rPr dirty="0"/>
              <a:t> </a:t>
            </a:r>
            <a:r>
              <a:rPr dirty="0" err="1"/>
              <a:t>srautus</a:t>
            </a:r>
            <a:r>
              <a:rPr dirty="0"/>
              <a:t> (workstreams).</a:t>
            </a:r>
          </a:p>
          <a:p>
            <a:r>
              <a:rPr dirty="0"/>
              <a:t>Tai </a:t>
            </a:r>
            <a:r>
              <a:rPr dirty="0" err="1"/>
              <a:t>leidžia</a:t>
            </a:r>
            <a:r>
              <a:rPr dirty="0"/>
              <a:t> </a:t>
            </a:r>
            <a:r>
              <a:rPr dirty="0" err="1"/>
              <a:t>realiai</a:t>
            </a:r>
            <a:r>
              <a:rPr dirty="0"/>
              <a:t> </a:t>
            </a:r>
            <a:r>
              <a:rPr dirty="0" err="1"/>
              <a:t>paskirstyti</a:t>
            </a:r>
            <a:r>
              <a:rPr dirty="0"/>
              <a:t> </a:t>
            </a:r>
            <a:r>
              <a:rPr dirty="0" err="1"/>
              <a:t>išteklius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valdyti</a:t>
            </a:r>
            <a:r>
              <a:rPr dirty="0"/>
              <a:t> </a:t>
            </a:r>
            <a:r>
              <a:rPr dirty="0" err="1"/>
              <a:t>riziką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4️⃣ Create workstreams with end-to-end processes that deliver business value for each phase</a:t>
            </a:r>
          </a:p>
          <a:p>
            <a:endParaRPr dirty="0"/>
          </a:p>
          <a:p>
            <a:r>
              <a:rPr dirty="0" err="1"/>
              <a:t>Sukurkite</a:t>
            </a:r>
            <a:r>
              <a:rPr dirty="0"/>
              <a:t> </a:t>
            </a:r>
            <a:r>
              <a:rPr dirty="0" err="1"/>
              <a:t>darbo</a:t>
            </a:r>
            <a:r>
              <a:rPr dirty="0"/>
              <a:t> </a:t>
            </a:r>
            <a:r>
              <a:rPr dirty="0" err="1"/>
              <a:t>srautus</a:t>
            </a:r>
            <a:r>
              <a:rPr dirty="0"/>
              <a:t> (workstreams), </a:t>
            </a:r>
            <a:r>
              <a:rPr dirty="0" err="1"/>
              <a:t>kurie</a:t>
            </a:r>
            <a:r>
              <a:rPr dirty="0"/>
              <a:t> </a:t>
            </a:r>
            <a:r>
              <a:rPr dirty="0" err="1"/>
              <a:t>kiekviename</a:t>
            </a:r>
            <a:r>
              <a:rPr dirty="0"/>
              <a:t> </a:t>
            </a:r>
            <a:r>
              <a:rPr dirty="0" err="1"/>
              <a:t>etape</a:t>
            </a:r>
            <a:r>
              <a:rPr dirty="0"/>
              <a:t> </a:t>
            </a:r>
            <a:r>
              <a:rPr dirty="0" err="1"/>
              <a:t>teiktų</a:t>
            </a:r>
            <a:r>
              <a:rPr dirty="0"/>
              <a:t> </a:t>
            </a:r>
            <a:r>
              <a:rPr dirty="0" err="1"/>
              <a:t>verslo</a:t>
            </a:r>
            <a:r>
              <a:rPr dirty="0"/>
              <a:t> </a:t>
            </a:r>
            <a:r>
              <a:rPr dirty="0" err="1"/>
              <a:t>vertę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Kiekvienas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</a:t>
            </a:r>
            <a:r>
              <a:rPr dirty="0" err="1"/>
              <a:t>turi</a:t>
            </a:r>
            <a:r>
              <a:rPr dirty="0"/>
              <a:t> </a:t>
            </a:r>
            <a:r>
              <a:rPr dirty="0" err="1"/>
              <a:t>turėti</a:t>
            </a:r>
            <a:r>
              <a:rPr dirty="0"/>
              <a:t> </a:t>
            </a:r>
            <a:r>
              <a:rPr dirty="0" err="1"/>
              <a:t>aiškų</a:t>
            </a:r>
            <a:r>
              <a:rPr dirty="0"/>
              <a:t> </a:t>
            </a:r>
            <a:r>
              <a:rPr dirty="0" err="1"/>
              <a:t>verslo</a:t>
            </a:r>
            <a:r>
              <a:rPr dirty="0"/>
              <a:t> </a:t>
            </a:r>
            <a:r>
              <a:rPr dirty="0" err="1"/>
              <a:t>rezultatą</a:t>
            </a:r>
            <a:r>
              <a:rPr dirty="0"/>
              <a:t>.</a:t>
            </a:r>
          </a:p>
          <a:p>
            <a:r>
              <a:rPr dirty="0" err="1"/>
              <a:t>Pvz</a:t>
            </a:r>
            <a:r>
              <a:rPr dirty="0"/>
              <a:t>.:</a:t>
            </a:r>
          </a:p>
          <a:p>
            <a:r>
              <a:rPr dirty="0"/>
              <a:t>• 1 </a:t>
            </a:r>
            <a:r>
              <a:rPr dirty="0" err="1"/>
              <a:t>fazė</a:t>
            </a:r>
            <a:r>
              <a:rPr dirty="0"/>
              <a:t> → </a:t>
            </a:r>
            <a:r>
              <a:rPr dirty="0" err="1"/>
              <a:t>įgalinami</a:t>
            </a:r>
            <a:r>
              <a:rPr dirty="0"/>
              <a:t> </a:t>
            </a:r>
            <a:r>
              <a:rPr dirty="0" err="1"/>
              <a:t>pagrindiniai</a:t>
            </a:r>
            <a:r>
              <a:rPr dirty="0"/>
              <a:t> </a:t>
            </a:r>
            <a:r>
              <a:rPr dirty="0" err="1"/>
              <a:t>finansai</a:t>
            </a:r>
            <a:r>
              <a:rPr dirty="0"/>
              <a:t> (P/L </a:t>
            </a:r>
            <a:r>
              <a:rPr dirty="0" err="1"/>
              <a:t>ataskaitos</a:t>
            </a:r>
            <a:r>
              <a:rPr dirty="0"/>
              <a:t>, </a:t>
            </a:r>
            <a:r>
              <a:rPr dirty="0" err="1"/>
              <a:t>biudžetai</a:t>
            </a:r>
            <a:r>
              <a:rPr dirty="0"/>
              <a:t>).</a:t>
            </a:r>
          </a:p>
          <a:p>
            <a:r>
              <a:rPr dirty="0"/>
              <a:t>• 2 </a:t>
            </a:r>
            <a:r>
              <a:rPr dirty="0" err="1"/>
              <a:t>fazė</a:t>
            </a:r>
            <a:r>
              <a:rPr dirty="0"/>
              <a:t> → </a:t>
            </a:r>
            <a:r>
              <a:rPr dirty="0" err="1"/>
              <a:t>įgyvendinama</a:t>
            </a:r>
            <a:r>
              <a:rPr dirty="0"/>
              <a:t> </a:t>
            </a:r>
            <a:r>
              <a:rPr dirty="0" err="1"/>
              <a:t>sandėliavimo</a:t>
            </a:r>
            <a:r>
              <a:rPr dirty="0"/>
              <a:t> </a:t>
            </a:r>
            <a:r>
              <a:rPr dirty="0" err="1"/>
              <a:t>automatizacija</a:t>
            </a:r>
            <a:r>
              <a:rPr dirty="0"/>
              <a:t>.</a:t>
            </a:r>
          </a:p>
          <a:p>
            <a:r>
              <a:rPr dirty="0"/>
              <a:t>• 3 </a:t>
            </a:r>
            <a:r>
              <a:rPr dirty="0" err="1"/>
              <a:t>fazė</a:t>
            </a:r>
            <a:r>
              <a:rPr dirty="0"/>
              <a:t> → </a:t>
            </a:r>
            <a:r>
              <a:rPr dirty="0" err="1"/>
              <a:t>integruojamas</a:t>
            </a:r>
            <a:r>
              <a:rPr dirty="0"/>
              <a:t> CRM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klientų</a:t>
            </a:r>
            <a:r>
              <a:rPr dirty="0"/>
              <a:t> </a:t>
            </a:r>
            <a:r>
              <a:rPr dirty="0" err="1"/>
              <a:t>savitarnos</a:t>
            </a:r>
            <a:r>
              <a:rPr dirty="0"/>
              <a:t> </a:t>
            </a:r>
            <a:r>
              <a:rPr dirty="0" err="1"/>
              <a:t>portalu</a:t>
            </a:r>
            <a:r>
              <a:rPr dirty="0"/>
              <a:t>.</a:t>
            </a:r>
          </a:p>
          <a:p>
            <a:r>
              <a:rPr dirty="0" err="1"/>
              <a:t>Kiekvienas</a:t>
            </a:r>
            <a:r>
              <a:rPr dirty="0"/>
              <a:t> "workstream" – tai mini-</a:t>
            </a:r>
            <a:r>
              <a:rPr dirty="0" err="1"/>
              <a:t>projektas</a:t>
            </a:r>
            <a:r>
              <a:rPr dirty="0"/>
              <a:t>, </a:t>
            </a:r>
            <a:r>
              <a:rPr dirty="0" err="1"/>
              <a:t>turintis</a:t>
            </a:r>
            <a:r>
              <a:rPr dirty="0"/>
              <a:t> </a:t>
            </a:r>
            <a:r>
              <a:rPr dirty="0" err="1"/>
              <a:t>aiškią</a:t>
            </a:r>
            <a:r>
              <a:rPr dirty="0"/>
              <a:t> </a:t>
            </a:r>
            <a:r>
              <a:rPr dirty="0" err="1"/>
              <a:t>vertę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5️⃣ Align estimates with workstreams and deliverables</a:t>
            </a:r>
          </a:p>
          <a:p>
            <a:endParaRPr dirty="0"/>
          </a:p>
          <a:p>
            <a:r>
              <a:rPr dirty="0" err="1"/>
              <a:t>Suderinkite</a:t>
            </a:r>
            <a:r>
              <a:rPr dirty="0"/>
              <a:t> </a:t>
            </a:r>
            <a:r>
              <a:rPr dirty="0" err="1"/>
              <a:t>sąmatas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darbo</a:t>
            </a:r>
            <a:r>
              <a:rPr dirty="0"/>
              <a:t> </a:t>
            </a:r>
            <a:r>
              <a:rPr dirty="0" err="1"/>
              <a:t>srautais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pristatomais</a:t>
            </a:r>
            <a:r>
              <a:rPr dirty="0"/>
              <a:t> </a:t>
            </a:r>
            <a:r>
              <a:rPr dirty="0" err="1"/>
              <a:t>rezultatais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Kiekvienas</a:t>
            </a:r>
            <a:r>
              <a:rPr dirty="0"/>
              <a:t> "workstream" </a:t>
            </a:r>
            <a:r>
              <a:rPr dirty="0" err="1"/>
              <a:t>turi</a:t>
            </a:r>
            <a:r>
              <a:rPr dirty="0"/>
              <a:t> </a:t>
            </a:r>
            <a:r>
              <a:rPr dirty="0" err="1"/>
              <a:t>turėti</a:t>
            </a:r>
            <a:r>
              <a:rPr dirty="0"/>
              <a:t> </a:t>
            </a:r>
            <a:r>
              <a:rPr dirty="0" err="1"/>
              <a:t>savo</a:t>
            </a:r>
            <a:r>
              <a:rPr dirty="0"/>
              <a:t> </a:t>
            </a:r>
            <a:r>
              <a:rPr dirty="0" err="1"/>
              <a:t>sąmatą</a:t>
            </a:r>
            <a:r>
              <a:rPr dirty="0"/>
              <a:t> (estimation) – </a:t>
            </a:r>
            <a:r>
              <a:rPr dirty="0" err="1"/>
              <a:t>kiek</a:t>
            </a:r>
            <a:r>
              <a:rPr dirty="0"/>
              <a:t> </a:t>
            </a:r>
            <a:r>
              <a:rPr dirty="0" err="1"/>
              <a:t>laiko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resursų</a:t>
            </a:r>
            <a:r>
              <a:rPr dirty="0"/>
              <a:t> </a:t>
            </a:r>
            <a:r>
              <a:rPr dirty="0" err="1"/>
              <a:t>reikės</a:t>
            </a:r>
            <a:r>
              <a:rPr dirty="0"/>
              <a:t>, </a:t>
            </a:r>
            <a:r>
              <a:rPr dirty="0" err="1"/>
              <a:t>kad</a:t>
            </a:r>
            <a:r>
              <a:rPr dirty="0"/>
              <a:t> </a:t>
            </a:r>
            <a:r>
              <a:rPr dirty="0" err="1"/>
              <a:t>būtų</a:t>
            </a:r>
            <a:r>
              <a:rPr dirty="0"/>
              <a:t> </a:t>
            </a:r>
            <a:r>
              <a:rPr dirty="0" err="1"/>
              <a:t>pristatyti</a:t>
            </a:r>
            <a:r>
              <a:rPr dirty="0"/>
              <a:t> </a:t>
            </a:r>
            <a:r>
              <a:rPr dirty="0" err="1"/>
              <a:t>konkretūs</a:t>
            </a:r>
            <a:r>
              <a:rPr dirty="0"/>
              <a:t> deliverables (</a:t>
            </a:r>
            <a:r>
              <a:rPr dirty="0" err="1"/>
              <a:t>pvz</a:t>
            </a:r>
            <a:r>
              <a:rPr dirty="0"/>
              <a:t>., </a:t>
            </a:r>
            <a:r>
              <a:rPr dirty="0" err="1"/>
              <a:t>sukonfigūruotas</a:t>
            </a:r>
            <a:r>
              <a:rPr dirty="0"/>
              <a:t> </a:t>
            </a:r>
            <a:r>
              <a:rPr dirty="0" err="1"/>
              <a:t>modulis</a:t>
            </a:r>
            <a:r>
              <a:rPr dirty="0"/>
              <a:t>, </a:t>
            </a:r>
            <a:r>
              <a:rPr dirty="0" err="1"/>
              <a:t>testavimo</a:t>
            </a:r>
            <a:r>
              <a:rPr dirty="0"/>
              <a:t> </a:t>
            </a:r>
            <a:r>
              <a:rPr dirty="0" err="1"/>
              <a:t>scenarijai</a:t>
            </a:r>
            <a:r>
              <a:rPr dirty="0"/>
              <a:t>, </a:t>
            </a:r>
            <a:r>
              <a:rPr dirty="0" err="1"/>
              <a:t>mokymai</a:t>
            </a:r>
            <a:r>
              <a:rPr dirty="0"/>
              <a:t>).</a:t>
            </a:r>
          </a:p>
          <a:p>
            <a:r>
              <a:rPr dirty="0"/>
              <a:t>Tai </a:t>
            </a:r>
            <a:r>
              <a:rPr dirty="0" err="1"/>
              <a:t>užtikrina</a:t>
            </a:r>
            <a:r>
              <a:rPr dirty="0"/>
              <a:t>, </a:t>
            </a:r>
            <a:r>
              <a:rPr dirty="0" err="1"/>
              <a:t>kad</a:t>
            </a:r>
            <a:r>
              <a:rPr dirty="0"/>
              <a:t> </a:t>
            </a:r>
            <a:r>
              <a:rPr dirty="0" err="1"/>
              <a:t>vertinimai</a:t>
            </a:r>
            <a:r>
              <a:rPr dirty="0"/>
              <a:t> </a:t>
            </a:r>
            <a:r>
              <a:rPr dirty="0" err="1"/>
              <a:t>būtų</a:t>
            </a:r>
            <a:r>
              <a:rPr dirty="0"/>
              <a:t> </a:t>
            </a:r>
            <a:r>
              <a:rPr dirty="0" err="1"/>
              <a:t>skaidrūs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</a:t>
            </a:r>
            <a:r>
              <a:rPr dirty="0" err="1"/>
              <a:t>pamatuojami</a:t>
            </a:r>
            <a:r>
              <a:rPr dirty="0"/>
              <a:t> </a:t>
            </a:r>
            <a:r>
              <a:rPr dirty="0" err="1"/>
              <a:t>pagal</a:t>
            </a:r>
            <a:r>
              <a:rPr dirty="0"/>
              <a:t> </a:t>
            </a:r>
            <a:r>
              <a:rPr dirty="0" err="1"/>
              <a:t>rezultatą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6️⃣ Review for shared resources (people, environments, etc.)</a:t>
            </a:r>
          </a:p>
          <a:p>
            <a:endParaRPr dirty="0"/>
          </a:p>
          <a:p>
            <a:r>
              <a:rPr dirty="0" err="1"/>
              <a:t>Įvertinkite</a:t>
            </a:r>
            <a:r>
              <a:rPr dirty="0"/>
              <a:t> </a:t>
            </a:r>
            <a:r>
              <a:rPr dirty="0" err="1"/>
              <a:t>bendrus</a:t>
            </a:r>
            <a:r>
              <a:rPr dirty="0"/>
              <a:t> </a:t>
            </a:r>
            <a:r>
              <a:rPr dirty="0" err="1"/>
              <a:t>išteklius</a:t>
            </a:r>
            <a:r>
              <a:rPr dirty="0"/>
              <a:t> (</a:t>
            </a:r>
            <a:r>
              <a:rPr dirty="0" err="1"/>
              <a:t>žmones</a:t>
            </a:r>
            <a:r>
              <a:rPr dirty="0"/>
              <a:t>, </a:t>
            </a:r>
            <a:r>
              <a:rPr dirty="0" err="1"/>
              <a:t>aplinkas</a:t>
            </a:r>
            <a:r>
              <a:rPr dirty="0"/>
              <a:t> </a:t>
            </a:r>
            <a:r>
              <a:rPr dirty="0" err="1"/>
              <a:t>ir</a:t>
            </a:r>
            <a:r>
              <a:rPr dirty="0"/>
              <a:t> kt.).</a:t>
            </a:r>
          </a:p>
          <a:p>
            <a:endParaRPr dirty="0"/>
          </a:p>
          <a:p>
            <a:r>
              <a:rPr dirty="0" err="1"/>
              <a:t>Paaiškinimas</a:t>
            </a:r>
            <a:r>
              <a:rPr dirty="0"/>
              <a:t>:</a:t>
            </a:r>
          </a:p>
          <a:p>
            <a:r>
              <a:rPr dirty="0" err="1"/>
              <a:t>Daugelis</a:t>
            </a:r>
            <a:r>
              <a:rPr dirty="0"/>
              <a:t> </a:t>
            </a:r>
            <a:r>
              <a:rPr dirty="0" err="1"/>
              <a:t>išteklių</a:t>
            </a:r>
            <a:r>
              <a:rPr dirty="0"/>
              <a:t> </a:t>
            </a:r>
            <a:r>
              <a:rPr dirty="0" err="1"/>
              <a:t>naudojami</a:t>
            </a:r>
            <a:r>
              <a:rPr dirty="0"/>
              <a:t> </a:t>
            </a:r>
            <a:r>
              <a:rPr dirty="0" err="1"/>
              <a:t>keliuose</a:t>
            </a:r>
            <a:r>
              <a:rPr dirty="0"/>
              <a:t> </a:t>
            </a:r>
            <a:r>
              <a:rPr dirty="0" err="1"/>
              <a:t>etapuose</a:t>
            </a:r>
            <a:r>
              <a:rPr dirty="0"/>
              <a:t>:</a:t>
            </a:r>
          </a:p>
          <a:p>
            <a:r>
              <a:rPr dirty="0"/>
              <a:t>• tie </a:t>
            </a:r>
            <a:r>
              <a:rPr dirty="0" err="1"/>
              <a:t>patys</a:t>
            </a:r>
            <a:r>
              <a:rPr dirty="0"/>
              <a:t> </a:t>
            </a:r>
            <a:r>
              <a:rPr dirty="0" err="1"/>
              <a:t>konsultantai</a:t>
            </a:r>
            <a:r>
              <a:rPr dirty="0"/>
              <a:t> (</a:t>
            </a:r>
            <a:r>
              <a:rPr dirty="0" err="1"/>
              <a:t>pvz</a:t>
            </a:r>
            <a:r>
              <a:rPr dirty="0"/>
              <a:t>., Finance architect),</a:t>
            </a:r>
          </a:p>
          <a:p>
            <a:r>
              <a:rPr dirty="0"/>
              <a:t>• </a:t>
            </a:r>
            <a:r>
              <a:rPr dirty="0" err="1"/>
              <a:t>tos</a:t>
            </a:r>
            <a:r>
              <a:rPr dirty="0"/>
              <a:t> </a:t>
            </a:r>
            <a:r>
              <a:rPr dirty="0" err="1"/>
              <a:t>pačios</a:t>
            </a:r>
            <a:r>
              <a:rPr dirty="0"/>
              <a:t> "sandbox" </a:t>
            </a:r>
            <a:r>
              <a:rPr dirty="0" err="1"/>
              <a:t>ar</a:t>
            </a:r>
            <a:r>
              <a:rPr dirty="0"/>
              <a:t> "UAT" </a:t>
            </a:r>
            <a:r>
              <a:rPr dirty="0" err="1"/>
              <a:t>aplinkos</a:t>
            </a:r>
            <a:r>
              <a:rPr dirty="0"/>
              <a:t>,</a:t>
            </a:r>
          </a:p>
          <a:p>
            <a:r>
              <a:rPr dirty="0"/>
              <a:t>• </a:t>
            </a:r>
            <a:r>
              <a:rPr dirty="0" err="1"/>
              <a:t>bendra</a:t>
            </a:r>
            <a:r>
              <a:rPr dirty="0"/>
              <a:t> Power BI </a:t>
            </a:r>
            <a:r>
              <a:rPr dirty="0" err="1"/>
              <a:t>infrastruktūra</a:t>
            </a:r>
            <a:r>
              <a:rPr dirty="0"/>
              <a:t> </a:t>
            </a:r>
            <a:r>
              <a:rPr dirty="0" err="1"/>
              <a:t>ar</a:t>
            </a:r>
            <a:r>
              <a:rPr dirty="0"/>
              <a:t> </a:t>
            </a:r>
            <a:r>
              <a:rPr dirty="0" err="1"/>
              <a:t>duomenų</a:t>
            </a:r>
            <a:r>
              <a:rPr dirty="0"/>
              <a:t> </a:t>
            </a:r>
            <a:r>
              <a:rPr dirty="0" err="1"/>
              <a:t>bazės</a:t>
            </a:r>
            <a:r>
              <a:rPr dirty="0"/>
              <a:t>.</a:t>
            </a:r>
          </a:p>
          <a:p>
            <a:r>
              <a:rPr dirty="0"/>
              <a:t>Jei to </a:t>
            </a:r>
            <a:r>
              <a:rPr dirty="0" err="1"/>
              <a:t>neįvertini</a:t>
            </a:r>
            <a:r>
              <a:rPr dirty="0"/>
              <a:t> — </a:t>
            </a:r>
            <a:r>
              <a:rPr dirty="0" err="1"/>
              <a:t>kyla</a:t>
            </a:r>
            <a:r>
              <a:rPr dirty="0"/>
              <a:t> </a:t>
            </a:r>
            <a:r>
              <a:rPr dirty="0" err="1"/>
              <a:t>resursų</a:t>
            </a:r>
            <a:r>
              <a:rPr dirty="0"/>
              <a:t> </a:t>
            </a:r>
            <a:r>
              <a:rPr dirty="0" err="1"/>
              <a:t>konfliktai</a:t>
            </a:r>
            <a:r>
              <a:rPr dirty="0"/>
              <a:t>, </a:t>
            </a:r>
            <a:r>
              <a:rPr dirty="0" err="1"/>
              <a:t>vėlavimai</a:t>
            </a:r>
            <a:r>
              <a:rPr dirty="0"/>
              <a:t> </a:t>
            </a:r>
            <a:r>
              <a:rPr dirty="0" err="1"/>
              <a:t>ar</a:t>
            </a:r>
            <a:r>
              <a:rPr dirty="0"/>
              <a:t> </a:t>
            </a:r>
            <a:r>
              <a:rPr dirty="0" err="1"/>
              <a:t>dubliavimas</a:t>
            </a:r>
            <a:r>
              <a:rPr dirty="0"/>
              <a:t> </a:t>
            </a:r>
            <a:r>
              <a:rPr dirty="0" err="1"/>
              <a:t>sąmatose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30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t-LT" sz="1200" dirty="0"/>
              <a:t>Surinkti tikslai panaudojami projekto apimties  planavimui </a:t>
            </a:r>
          </a:p>
          <a:p>
            <a:r>
              <a:rPr lang="lt-LT" dirty="0"/>
              <a:t> - tikslai kaip pasirenkamas sąrašas  </a:t>
            </a:r>
            <a:r>
              <a:rPr lang="lt-LT" dirty="0" err="1"/>
              <a:t>naudajoamas</a:t>
            </a:r>
            <a:r>
              <a:rPr lang="lt-LT" dirty="0"/>
              <a:t> MS standartiniuose procesuose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E084A-C186-45A8-8EE6-4369782265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1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learn.microsoft.com/en-us/dynamics365/guidance/business-processes/plan-to-produce-plan-production-operations-overview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9A15D91-EFE6-96F6-2AE3-E90E837A03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0" y="273050"/>
          <a:ext cx="5638800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4E237-8FB3-6321-AC81-37FC3124E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3050"/>
            <a:ext cx="3008313" cy="5853113"/>
          </a:xfrm>
        </p:spPr>
        <p:txBody>
          <a:bodyPr/>
          <a:lstStyle/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endParaRPr lang="lt-LT" b="1" dirty="0"/>
          </a:p>
          <a:p>
            <a:pPr algn="ctr"/>
            <a:r>
              <a:rPr lang="lt-LT" sz="2400" b="1" dirty="0" err="1"/>
              <a:t>Agenda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51242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E769-4C07-7A1A-0BD4-729D8C8F0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875"/>
            <a:ext cx="7772400" cy="1470025"/>
          </a:xfrm>
        </p:spPr>
        <p:txBody>
          <a:bodyPr/>
          <a:lstStyle/>
          <a:p>
            <a:r>
              <a:rPr lang="lt-LT" dirty="0"/>
              <a:t>Tikslas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89DCF-A61D-3909-85F8-DB88EC1DF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725" y="2139950"/>
            <a:ext cx="6432550" cy="221615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Suderinti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procesą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leidžiantį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įsitikinti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kad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klientas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pasirinks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tinkamą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sistemą</a:t>
            </a:r>
            <a:r>
              <a:rPr lang="lt-LT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identifikuoti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ekonomiškiausią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įgyvendinimo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būdą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927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6B47-6AE4-C0CF-76C2-9E2CE66A2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150" y="231775"/>
            <a:ext cx="7772400" cy="1470025"/>
          </a:xfrm>
        </p:spPr>
        <p:txBody>
          <a:bodyPr/>
          <a:lstStyle/>
          <a:p>
            <a:r>
              <a:rPr lang="lt-LT" dirty="0"/>
              <a:t>Vadovo Santrauka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64D34-D609-BF40-94F3-3F224717D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346200"/>
            <a:ext cx="7861300" cy="4819650"/>
          </a:xfrm>
        </p:spPr>
        <p:txBody>
          <a:bodyPr/>
          <a:lstStyle/>
          <a:p>
            <a:r>
              <a:rPr lang="lt-LT" dirty="0"/>
              <a:t>ERP diegimams rekomenduojamas </a:t>
            </a:r>
            <a:r>
              <a:rPr lang="lt-LT" b="1" dirty="0"/>
              <a:t>hibridinis projektų valdymo metodas</a:t>
            </a:r>
            <a:r>
              <a:rPr lang="lt-LT" dirty="0"/>
              <a:t>, kurio pirmasis etapas – </a:t>
            </a:r>
            <a:r>
              <a:rPr lang="lt-LT" b="1" dirty="0"/>
              <a:t>vizijos nustatymas (</a:t>
            </a:r>
            <a:r>
              <a:rPr lang="lt-LT" b="1" dirty="0" err="1"/>
              <a:t>Envisioning</a:t>
            </a:r>
            <a:r>
              <a:rPr lang="lt-LT" b="1" dirty="0"/>
              <a:t> </a:t>
            </a:r>
            <a:r>
              <a:rPr lang="lt-LT" b="1" dirty="0" err="1"/>
              <a:t>Discovery</a:t>
            </a:r>
            <a:r>
              <a:rPr lang="lt-LT" b="1" dirty="0"/>
              <a:t>)</a:t>
            </a:r>
            <a:r>
              <a:rPr lang="lt-LT" dirty="0"/>
              <a:t>, apimantis aukšto lygio </a:t>
            </a:r>
            <a:r>
              <a:rPr lang="lt-LT" b="1" dirty="0"/>
              <a:t>tikslų, rizikų ir architektūros</a:t>
            </a:r>
            <a:r>
              <a:rPr lang="lt-LT" dirty="0"/>
              <a:t> įvertinimą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60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EBD8-1CDB-2D88-FCEA-7717CADC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Projekto eiga (Hibridinis Modelis)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0DAF4-D710-DD2B-2B47-8B15E8189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577" y="1886109"/>
            <a:ext cx="7367423" cy="390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5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B244-7782-9428-88C0-80FF2112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257829"/>
          </a:xfrm>
        </p:spPr>
        <p:txBody>
          <a:bodyPr>
            <a:normAutofit fontScale="90000"/>
          </a:bodyPr>
          <a:lstStyle/>
          <a:p>
            <a:r>
              <a:rPr lang="en-US" dirty="0"/>
              <a:t>Kiek </a:t>
            </a:r>
            <a:r>
              <a:rPr lang="en-US" dirty="0" err="1"/>
              <a:t>kainuoja</a:t>
            </a:r>
            <a:r>
              <a:rPr lang="en-US" dirty="0"/>
              <a:t> D365 Finance &amp; Operations (AX) </a:t>
            </a:r>
            <a:r>
              <a:rPr lang="en-US" dirty="0" err="1"/>
              <a:t>diegimas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B0199-4B11-2DBB-588B-701053911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lt-LT" b="1" dirty="0"/>
          </a:p>
          <a:p>
            <a:r>
              <a:rPr lang="lt-LT" b="1" dirty="0"/>
              <a:t>Ekspertinė nuomonė – 1-3 procentai nuo metinės apyvartos</a:t>
            </a:r>
          </a:p>
          <a:p>
            <a:r>
              <a:rPr lang="lt-LT" b="1" dirty="0"/>
              <a:t>Ai  Atsakymas atitinka intervalus.</a:t>
            </a:r>
          </a:p>
          <a:p>
            <a:pPr marL="0" indent="0">
              <a:buNone/>
            </a:pPr>
            <a:r>
              <a:rPr lang="lt-LT" b="1" dirty="0"/>
              <a:t>3 scenarijai:  </a:t>
            </a:r>
          </a:p>
          <a:p>
            <a:pPr marL="0" indent="0">
              <a:buNone/>
            </a:pPr>
            <a:r>
              <a:rPr lang="lt-LT" b="1" dirty="0"/>
              <a:t>A. „</a:t>
            </a:r>
            <a:r>
              <a:rPr lang="lt-LT" b="1" dirty="0" err="1"/>
              <a:t>Core</a:t>
            </a:r>
            <a:r>
              <a:rPr lang="lt-LT" b="1" dirty="0"/>
              <a:t>“ startas (6–8 mėn., 1 gamykla pirmiau)</a:t>
            </a:r>
            <a:br>
              <a:rPr lang="lt-LT" dirty="0"/>
            </a:br>
            <a:r>
              <a:rPr lang="lt-LT" dirty="0"/>
              <a:t>Finansai, Pirkimai/Pardavimai, Atsargos/Partijos, bazinė kokybė, minimalios integracijos, mažai pritaikymų.</a:t>
            </a:r>
            <a:br>
              <a:rPr lang="lt-LT" dirty="0"/>
            </a:br>
            <a:r>
              <a:rPr lang="lt-LT" dirty="0"/>
              <a:t>→ </a:t>
            </a:r>
            <a:r>
              <a:rPr lang="lt-LT" b="1" dirty="0"/>
              <a:t>€250k–€400k</a:t>
            </a:r>
            <a:r>
              <a:rPr lang="lt-LT" dirty="0"/>
              <a:t> paslaugos + </a:t>
            </a:r>
            <a:r>
              <a:rPr lang="lt-LT" b="1" dirty="0"/>
              <a:t>€4–5k/</a:t>
            </a:r>
            <a:r>
              <a:rPr lang="lt-LT" b="1" dirty="0" err="1"/>
              <a:t>mėn</a:t>
            </a:r>
            <a:r>
              <a:rPr lang="lt-LT" dirty="0"/>
              <a:t> licencijos.</a:t>
            </a:r>
            <a:br>
              <a:rPr lang="lt-LT" dirty="0"/>
            </a:br>
            <a:r>
              <a:rPr lang="lt-LT" dirty="0"/>
              <a:t>Tinka, jei gamyba kol kas valdoma paprastai arba palaipsniui.</a:t>
            </a:r>
          </a:p>
          <a:p>
            <a:pPr marL="0" indent="0">
              <a:buNone/>
            </a:pPr>
            <a:r>
              <a:rPr lang="lt-LT" b="1" dirty="0"/>
              <a:t>B. Gamyba + WMS + EDI (9–12 mėn., 2–3 bangos)</a:t>
            </a:r>
            <a:br>
              <a:rPr lang="lt-LT" dirty="0"/>
            </a:br>
            <a:r>
              <a:rPr lang="lt-LT" dirty="0"/>
              <a:t>Procesinė gamyba (</a:t>
            </a:r>
            <a:r>
              <a:rPr lang="lt-LT" dirty="0" err="1"/>
              <a:t>yield</a:t>
            </a:r>
            <a:r>
              <a:rPr lang="lt-LT" dirty="0"/>
              <a:t>, </a:t>
            </a:r>
            <a:r>
              <a:rPr lang="lt-LT" dirty="0" err="1"/>
              <a:t>by-products</a:t>
            </a:r>
            <a:r>
              <a:rPr lang="lt-LT" dirty="0"/>
              <a:t>), </a:t>
            </a:r>
            <a:r>
              <a:rPr lang="lt-LT" dirty="0" err="1"/>
              <a:t>catch-weight</a:t>
            </a:r>
            <a:r>
              <a:rPr lang="lt-LT" dirty="0"/>
              <a:t>, kokybė, WMS (rankiniai skeneriai), EDI, keli integracijos taškai.</a:t>
            </a:r>
            <a:br>
              <a:rPr lang="lt-LT" dirty="0"/>
            </a:br>
            <a:r>
              <a:rPr lang="lt-LT" dirty="0"/>
              <a:t>→ </a:t>
            </a:r>
            <a:r>
              <a:rPr lang="lt-LT" b="1" dirty="0"/>
              <a:t>€600k–€900k</a:t>
            </a:r>
            <a:r>
              <a:rPr lang="lt-LT" dirty="0"/>
              <a:t> paslaugos + </a:t>
            </a:r>
            <a:r>
              <a:rPr lang="lt-LT" b="1" dirty="0"/>
              <a:t>€5–7k/</a:t>
            </a:r>
            <a:r>
              <a:rPr lang="lt-LT" b="1" dirty="0" err="1"/>
              <a:t>mėn</a:t>
            </a:r>
            <a:r>
              <a:rPr lang="lt-LT" dirty="0"/>
              <a:t> licencijos.</a:t>
            </a:r>
            <a:br>
              <a:rPr lang="lt-LT" dirty="0"/>
            </a:br>
            <a:r>
              <a:rPr lang="lt-LT" dirty="0"/>
              <a:t>Tai dažniausias „vidurio kelias“ žuvies perdirbimui.</a:t>
            </a:r>
          </a:p>
          <a:p>
            <a:pPr marL="0" indent="0">
              <a:buNone/>
            </a:pPr>
            <a:r>
              <a:rPr lang="lt-LT" b="1" dirty="0"/>
              <a:t>C. Pažangus variantas (12–18 mėn.)</a:t>
            </a:r>
            <a:br>
              <a:rPr lang="lt-LT" dirty="0"/>
            </a:br>
            <a:r>
              <a:rPr lang="lt-LT" dirty="0"/>
              <a:t>Visos 3 gamyklos, pažangi WMS, APS/planavimas, atsekamumas  (nuo žaliavos iki kliento), svėrimo įrangos/mėšlo/</a:t>
            </a:r>
            <a:r>
              <a:rPr lang="lt-LT" dirty="0" err="1"/>
              <a:t>etiketavimo</a:t>
            </a:r>
            <a:r>
              <a:rPr lang="lt-LT" dirty="0"/>
              <a:t> automatika, platesnė MES integracija, daugiau EDI partnerių, daugiau šalių/valiutų.</a:t>
            </a:r>
            <a:br>
              <a:rPr lang="lt-LT" dirty="0"/>
            </a:br>
            <a:r>
              <a:rPr lang="lt-LT" dirty="0"/>
              <a:t>→ </a:t>
            </a:r>
            <a:r>
              <a:rPr lang="lt-LT" b="1" dirty="0"/>
              <a:t>€1.0–€1.6M</a:t>
            </a:r>
            <a:r>
              <a:rPr lang="lt-LT" dirty="0"/>
              <a:t> paslaugos + </a:t>
            </a:r>
            <a:r>
              <a:rPr lang="lt-LT" b="1" dirty="0"/>
              <a:t>€6–8k/</a:t>
            </a:r>
            <a:r>
              <a:rPr lang="lt-LT" b="1" dirty="0" err="1"/>
              <a:t>mėn</a:t>
            </a:r>
            <a:r>
              <a:rPr lang="lt-LT" dirty="0"/>
              <a:t> licencijos.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B18-FA2D-621B-DD6D-2D3ADA56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0D9B74-5206-A4E7-7104-8ACED6A5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60351"/>
            <a:ext cx="7948613" cy="5526088"/>
          </a:xfrm>
        </p:spPr>
        <p:txBody>
          <a:bodyPr>
            <a:normAutofit fontScale="77500" lnSpcReduction="20000"/>
          </a:bodyPr>
          <a:lstStyle/>
          <a:p>
            <a:r>
              <a:rPr lang="lt-LT" b="1" dirty="0">
                <a:solidFill>
                  <a:schemeClr val="tx1"/>
                </a:solidFill>
              </a:rPr>
              <a:t>Kaip pasiekiamas  efektyvumas ir kaštų optimizavimas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lt-LT" sz="29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lt-LT" sz="2900" dirty="0">
                <a:solidFill>
                  <a:schemeClr val="tx1"/>
                </a:solidFill>
              </a:rPr>
              <a:t>Vengiama</a:t>
            </a:r>
            <a:r>
              <a:rPr lang="lt-LT" dirty="0">
                <a:solidFill>
                  <a:schemeClr val="tx1"/>
                </a:solidFill>
              </a:rPr>
              <a:t> daugkartinio grįžimo prie tų pačių užduočių – užduotys apibrėžiamos remiantis 3C principu (</a:t>
            </a:r>
            <a:r>
              <a:rPr lang="lt-LT" dirty="0" err="1">
                <a:solidFill>
                  <a:schemeClr val="tx1"/>
                </a:solidFill>
              </a:rPr>
              <a:t>Card</a:t>
            </a:r>
            <a:r>
              <a:rPr lang="lt-LT" dirty="0">
                <a:solidFill>
                  <a:schemeClr val="tx1"/>
                </a:solidFill>
              </a:rPr>
              <a:t>, </a:t>
            </a:r>
            <a:r>
              <a:rPr lang="lt-LT" dirty="0" err="1">
                <a:solidFill>
                  <a:schemeClr val="tx1"/>
                </a:solidFill>
              </a:rPr>
              <a:t>Conversation</a:t>
            </a:r>
            <a:r>
              <a:rPr lang="lt-LT" dirty="0">
                <a:solidFill>
                  <a:schemeClr val="tx1"/>
                </a:solidFill>
              </a:rPr>
              <a:t>, </a:t>
            </a:r>
            <a:r>
              <a:rPr lang="lt-LT" dirty="0" err="1">
                <a:solidFill>
                  <a:schemeClr val="tx1"/>
                </a:solidFill>
              </a:rPr>
              <a:t>Confirmation</a:t>
            </a:r>
            <a:r>
              <a:rPr lang="lt-LT" dirty="0">
                <a:solidFill>
                  <a:schemeClr val="tx1"/>
                </a:solidFill>
              </a:rPr>
              <a:t>) todėl išvengiama </a:t>
            </a:r>
            <a:r>
              <a:rPr lang="lt-LT" b="1" dirty="0">
                <a:solidFill>
                  <a:schemeClr val="tx1"/>
                </a:solidFill>
              </a:rPr>
              <a:t>kartotinių</a:t>
            </a:r>
            <a:r>
              <a:rPr lang="lt-LT" dirty="0">
                <a:solidFill>
                  <a:schemeClr val="tx1"/>
                </a:solidFill>
              </a:rPr>
              <a:t> diskusijų ir laiko švaistymo. Nuo užduoties patvirtinimo iki pridavimo – minimalus laiko tarpas.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tx1"/>
                </a:solidFill>
              </a:rPr>
              <a:t>Dirbama su </a:t>
            </a:r>
            <a:r>
              <a:rPr lang="lt-LT" b="1" dirty="0">
                <a:solidFill>
                  <a:schemeClr val="tx1"/>
                </a:solidFill>
              </a:rPr>
              <a:t>realiai</a:t>
            </a:r>
            <a:r>
              <a:rPr lang="lt-LT" dirty="0">
                <a:solidFill>
                  <a:schemeClr val="tx1"/>
                </a:solidFill>
              </a:rPr>
              <a:t> įgyvendinamu užduočių kiekiu, kuris atitinka komandos pajėgumą ir projekto prioritetus.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tx1"/>
                </a:solidFill>
              </a:rPr>
              <a:t>„</a:t>
            </a:r>
            <a:r>
              <a:rPr lang="lt-LT" dirty="0" err="1">
                <a:solidFill>
                  <a:schemeClr val="tx1"/>
                </a:solidFill>
              </a:rPr>
              <a:t>Super</a:t>
            </a:r>
            <a:r>
              <a:rPr lang="lt-LT" dirty="0">
                <a:solidFill>
                  <a:schemeClr val="tx1"/>
                </a:solidFill>
              </a:rPr>
              <a:t> vartotojai“ </a:t>
            </a:r>
            <a:r>
              <a:rPr lang="lt-LT" b="1" dirty="0">
                <a:solidFill>
                  <a:schemeClr val="tx1"/>
                </a:solidFill>
              </a:rPr>
              <a:t>įtraukiami</a:t>
            </a:r>
            <a:r>
              <a:rPr lang="lt-LT" dirty="0">
                <a:solidFill>
                  <a:schemeClr val="tx1"/>
                </a:solidFill>
              </a:rPr>
              <a:t> į procesą nuo pat projekto pradžios – po trumpo įvadinio mokymo jie tampa aktyviais projekto dalyviais.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lt-LT" dirty="0">
                <a:solidFill>
                  <a:schemeClr val="tx1"/>
                </a:solidFill>
              </a:rPr>
              <a:t>„</a:t>
            </a:r>
            <a:r>
              <a:rPr lang="lt-LT" dirty="0" err="1">
                <a:solidFill>
                  <a:schemeClr val="tx1"/>
                </a:solidFill>
              </a:rPr>
              <a:t>Super</a:t>
            </a:r>
            <a:r>
              <a:rPr lang="lt-LT" dirty="0">
                <a:solidFill>
                  <a:schemeClr val="tx1"/>
                </a:solidFill>
              </a:rPr>
              <a:t> vartotojai“ </a:t>
            </a:r>
            <a:r>
              <a:rPr lang="lt-LT" b="1" dirty="0">
                <a:solidFill>
                  <a:schemeClr val="tx1"/>
                </a:solidFill>
              </a:rPr>
              <a:t>mokosi</a:t>
            </a:r>
            <a:r>
              <a:rPr lang="lt-LT" dirty="0">
                <a:solidFill>
                  <a:schemeClr val="tx1"/>
                </a:solidFill>
              </a:rPr>
              <a:t> praktiškai, derindami</a:t>
            </a:r>
            <a:r>
              <a:rPr lang="lt-LT" b="1" dirty="0">
                <a:solidFill>
                  <a:schemeClr val="tx1"/>
                </a:solidFill>
              </a:rPr>
              <a:t> procesų</a:t>
            </a:r>
            <a:r>
              <a:rPr lang="lt-LT" dirty="0">
                <a:solidFill>
                  <a:schemeClr val="tx1"/>
                </a:solidFill>
              </a:rPr>
              <a:t> supratimą su tiesioginiu darbo sistemoje patyrimu, todėl žinios įsisavinamos greičiau ir kokybiškiau.</a:t>
            </a:r>
          </a:p>
          <a:p>
            <a:pPr lvl="1"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5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2AE4878D-3AED-2E27-4725-7D83B28F6B8C}"/>
              </a:ext>
            </a:extLst>
          </p:cNvPr>
          <p:cNvSpPr/>
          <p:nvPr/>
        </p:nvSpPr>
        <p:spPr>
          <a:xfrm>
            <a:off x="306435" y="4630947"/>
            <a:ext cx="4335415" cy="16174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E92DEC-019B-6DAC-345B-CB552D2AB4C2}"/>
              </a:ext>
            </a:extLst>
          </p:cNvPr>
          <p:cNvSpPr/>
          <p:nvPr/>
        </p:nvSpPr>
        <p:spPr>
          <a:xfrm>
            <a:off x="7004051" y="1071729"/>
            <a:ext cx="2076448" cy="167336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796772-A7FA-155C-3474-EA15C914A3B2}"/>
              </a:ext>
            </a:extLst>
          </p:cNvPr>
          <p:cNvSpPr/>
          <p:nvPr/>
        </p:nvSpPr>
        <p:spPr>
          <a:xfrm>
            <a:off x="306435" y="2728801"/>
            <a:ext cx="8774064" cy="190214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89948" y="164617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/>
              <a:t>The discovery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2155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Entry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1375" y="1514356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Kick off meeting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0595" y="1514355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Baseline solution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3420" y="1514354"/>
            <a:ext cx="1828800" cy="685801"/>
          </a:xfrm>
          <a:prstGeom prst="roundRect">
            <a:avLst/>
          </a:prstGeom>
          <a:solidFill>
            <a:srgbClr val="9365B8"/>
          </a:solidFill>
          <a:ln w="12700"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Plan discovery workshops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11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Conduct discovery workshops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4980" y="3301997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Capture business outcomes and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4200" y="3301998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Create initial solution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3420" y="3304691"/>
            <a:ext cx="1828800" cy="685801"/>
          </a:xfrm>
          <a:prstGeom prst="roundRect">
            <a:avLst/>
          </a:prstGeom>
          <a:solidFill>
            <a:srgbClr val="445484"/>
          </a:solidFill>
          <a:ln w="12700"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Gather and import customer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10" y="5019811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Demo initial solution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1330" y="5019810"/>
            <a:ext cx="1828800" cy="685801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Document risks, actions, issues, and decisions (RAID)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217920" y="0"/>
            <a:ext cx="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32374" y="5019811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Estimate the effort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8669" y="5019809"/>
            <a:ext cx="1828800" cy="685801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  <a:defRPr sz="1000">
                <a:solidFill>
                  <a:srgbClr val="FFFFFF"/>
                </a:solidFill>
              </a:defRPr>
            </a:pPr>
            <a:r>
              <a:rPr sz="1600" dirty="0"/>
              <a:t>Exit criteria</a:t>
            </a:r>
          </a:p>
        </p:txBody>
      </p:sp>
      <p:pic>
        <p:nvPicPr>
          <p:cNvPr id="33" name="Graphic 32" descr="Continuous Improvement with solid fill">
            <a:extLst>
              <a:ext uri="{FF2B5EF4-FFF2-40B4-BE49-F238E27FC236}">
                <a16:creationId xmlns:a16="http://schemas.microsoft.com/office/drawing/2014/main" id="{2C61F42D-4BFC-CDFB-F6D6-C3A11C737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948" y="2476411"/>
            <a:ext cx="1125221" cy="1125221"/>
          </a:xfrm>
          <a:prstGeom prst="rect">
            <a:avLst/>
          </a:prstGeom>
        </p:spPr>
      </p:pic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BCC4DA12-0F95-D7C9-49AA-F110F972B3E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180955" y="1857255"/>
            <a:ext cx="440420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542C9EA-1092-CB3C-D300-FC1B5F34F2B0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450175" y="1857256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AD8141B-F97D-EF7E-66D0-CFCD18B7FA7A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6719395" y="1857255"/>
            <a:ext cx="45402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687A835-5E88-C446-B349-92E440750523}"/>
              </a:ext>
            </a:extLst>
          </p:cNvPr>
          <p:cNvCxnSpPr>
            <a:stCxn id="9" idx="2"/>
            <a:endCxn id="18" idx="0"/>
          </p:cNvCxnSpPr>
          <p:nvPr/>
        </p:nvCxnSpPr>
        <p:spPr>
          <a:xfrm rot="5400000">
            <a:off x="7535552" y="2752423"/>
            <a:ext cx="1104536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7B82CDB-CECB-9C4C-3B9E-4DA3730C80D0}"/>
              </a:ext>
            </a:extLst>
          </p:cNvPr>
          <p:cNvCxnSpPr>
            <a:stCxn id="18" idx="1"/>
            <a:endCxn id="16" idx="3"/>
          </p:cNvCxnSpPr>
          <p:nvPr/>
        </p:nvCxnSpPr>
        <p:spPr>
          <a:xfrm rot="10800000">
            <a:off x="6733000" y="3644900"/>
            <a:ext cx="440420" cy="26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7CFF1717-D21A-2D68-620E-C00E484B7F55}"/>
              </a:ext>
            </a:extLst>
          </p:cNvPr>
          <p:cNvCxnSpPr>
            <a:stCxn id="16" idx="1"/>
            <a:endCxn id="14" idx="3"/>
          </p:cNvCxnSpPr>
          <p:nvPr/>
        </p:nvCxnSpPr>
        <p:spPr>
          <a:xfrm rot="10800000">
            <a:off x="4463780" y="3644899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F499F4A-261A-960F-1CAE-D26939970F2A}"/>
              </a:ext>
            </a:extLst>
          </p:cNvPr>
          <p:cNvCxnSpPr>
            <a:stCxn id="14" idx="1"/>
            <a:endCxn id="12" idx="3"/>
          </p:cNvCxnSpPr>
          <p:nvPr/>
        </p:nvCxnSpPr>
        <p:spPr>
          <a:xfrm rot="10800000" flipV="1">
            <a:off x="2200910" y="3644897"/>
            <a:ext cx="43407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DDF5F40-4242-B3B4-C7CA-07BD23B12A1F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770504" y="4503805"/>
            <a:ext cx="103201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67B054FE-489B-09BF-CE96-52A95F452A35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2200910" y="5362711"/>
            <a:ext cx="440420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49CFFD8-A002-31E7-66DD-4684C21A43D3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4470130" y="5362711"/>
            <a:ext cx="56224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1B9C166-CD1B-3CC3-B20A-B6594740B531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6861174" y="5362710"/>
            <a:ext cx="407495" cy="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rPr dirty="0"/>
              <a:t>Purpose of discovery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5123" y="1463040"/>
            <a:ext cx="4572000" cy="731520"/>
          </a:xfrm>
          <a:prstGeom prst="roundRect">
            <a:avLst/>
          </a:prstGeom>
          <a:solidFill>
            <a:srgbClr val="9365B8"/>
          </a:solidFill>
          <a:ln>
            <a:solidFill>
              <a:srgbClr val="936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Determine customer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8295" y="2468880"/>
            <a:ext cx="4572000" cy="731520"/>
          </a:xfrm>
          <a:prstGeom prst="round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goals to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1184" y="3474720"/>
            <a:ext cx="4572000" cy="731520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rPr dirty="0"/>
              <a:t>Map objectives to high level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6951" y="4480560"/>
            <a:ext cx="4572000" cy="731520"/>
          </a:xfrm>
          <a:prstGeom prst="round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Refine solutions to meet customer needs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611858" y="1992338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3">
            <a:extLst>
              <a:ext uri="{FF2B5EF4-FFF2-40B4-BE49-F238E27FC236}">
                <a16:creationId xmlns:a16="http://schemas.microsoft.com/office/drawing/2014/main" id="{70F18597-F0A9-D12B-BB7F-34B34DECC9AA}"/>
              </a:ext>
            </a:extLst>
          </p:cNvPr>
          <p:cNvSpPr/>
          <p:nvPr/>
        </p:nvSpPr>
        <p:spPr>
          <a:xfrm>
            <a:off x="5078435" y="301752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3">
            <a:extLst>
              <a:ext uri="{FF2B5EF4-FFF2-40B4-BE49-F238E27FC236}">
                <a16:creationId xmlns:a16="http://schemas.microsoft.com/office/drawing/2014/main" id="{C01EE52D-D901-588A-079A-6FFFC0AAD6F5}"/>
              </a:ext>
            </a:extLst>
          </p:cNvPr>
          <p:cNvSpPr/>
          <p:nvPr/>
        </p:nvSpPr>
        <p:spPr>
          <a:xfrm>
            <a:off x="6059658" y="4069080"/>
            <a:ext cx="384516" cy="548640"/>
          </a:xfrm>
          <a:prstGeom prst="downArrow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36453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rPr dirty="0"/>
              <a:t>🏭 </a:t>
            </a:r>
            <a:r>
              <a:rPr dirty="0" err="1"/>
              <a:t>Pavyzdys</a:t>
            </a:r>
            <a:r>
              <a:rPr lang="lt-LT" dirty="0"/>
              <a:t> </a:t>
            </a:r>
            <a:r>
              <a:rPr lang="en-US" dirty="0">
                <a:solidFill>
                  <a:srgbClr val="00B0F0"/>
                </a:solidFill>
              </a:rPr>
              <a:t>process-centric</a:t>
            </a:r>
            <a:r>
              <a:rPr lang="lt-LT" dirty="0">
                <a:solidFill>
                  <a:srgbClr val="00B0F0"/>
                </a:solidFill>
              </a:rPr>
              <a:t> </a:t>
            </a:r>
            <a:r>
              <a:rPr lang="lt-LT" dirty="0" err="1">
                <a:solidFill>
                  <a:srgbClr val="00B0F0"/>
                </a:solidFill>
              </a:rPr>
              <a:t>discovery</a:t>
            </a:r>
            <a:endParaRPr lang="en-US" dirty="0"/>
          </a:p>
          <a:p>
            <a:pPr>
              <a:defRPr sz="4000" b="1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168068"/>
              </p:ext>
            </p:extLst>
          </p:nvPr>
        </p:nvGraphicFramePr>
        <p:xfrm>
          <a:off x="457200" y="1371600"/>
          <a:ext cx="822960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Lygmuo</a:t>
                      </a:r>
                    </a:p>
                  </a:txBody>
                  <a:tcPr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Pavyzdys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Paaiškinimas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Tikslas</a:t>
                      </a:r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365B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Padidinti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gamybos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efektyvumą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sumažinti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prastovas</a:t>
                      </a:r>
                      <a:endParaRPr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sz="1600" dirty="0" err="1"/>
                        <a:t>Verslo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strateginis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siekis</a:t>
                      </a:r>
                      <a:endParaRPr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Uždavinys</a:t>
                      </a:r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4548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 dirty="0" err="1"/>
                        <a:t>Sumažinti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planuotų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sustojimų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skaičių</a:t>
                      </a:r>
                      <a:r>
                        <a:rPr sz="1600" dirty="0"/>
                        <a:t> 15 % per 12 </a:t>
                      </a:r>
                      <a:r>
                        <a:rPr sz="1600" dirty="0" err="1"/>
                        <a:t>mėn</a:t>
                      </a:r>
                      <a:r>
                        <a:rPr sz="16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sz="1600" dirty="0" err="1"/>
                        <a:t>Taktinis</a:t>
                      </a:r>
                      <a:r>
                        <a:rPr sz="1600" dirty="0"/>
                        <a:t>, </a:t>
                      </a:r>
                      <a:r>
                        <a:rPr sz="1600" dirty="0" err="1"/>
                        <a:t>išmatuojamas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tikslas</a:t>
                      </a:r>
                      <a:endParaRPr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Aukšto lygio sprendimas</a:t>
                      </a:r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Įdiegti "Asset Management" modulį ir integruoti su IoT įrenginiais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sz="1600" dirty="0" err="1"/>
                        <a:t>Technologinis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sprendimas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tikslui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pasiekti</a:t>
                      </a:r>
                      <a:endParaRPr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lt-LT" dirty="0"/>
                        <a:t>Patikslintas sprendimas</a:t>
                      </a:r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rPr sz="1600"/>
                        <a:t>Konfigūruoti įrangos priežiūros grafikus pagal darbo valandas, sukurti IoT alertų logiką, įtraukti Power Automate pranešimus atsakingiems asmenims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C3C3C"/>
                          </a:solidFill>
                        </a:defRPr>
                      </a:pPr>
                      <a:r>
                        <a:rPr sz="1600" dirty="0" err="1"/>
                        <a:t>Detalizuotas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sprendimas</a:t>
                      </a:r>
                      <a:r>
                        <a:rPr sz="1600" dirty="0"/>
                        <a:t>, </a:t>
                      </a:r>
                      <a:r>
                        <a:rPr sz="1600" dirty="0" err="1"/>
                        <a:t>atspindintis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kliento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techninę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aplinką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ir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atsakomybių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grandinę</a:t>
                      </a:r>
                      <a:endParaRPr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Process-centric discovery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325880" cy="4114800"/>
          </a:xfrm>
          <a:prstGeom prst="rect">
            <a:avLst/>
          </a:prstGeom>
          <a:solidFill>
            <a:srgbClr val="583882"/>
          </a:solidFill>
          <a:ln>
            <a:solidFill>
              <a:srgbClr val="583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43000" cy="13677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Capture and qualify the customer's 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645920"/>
            <a:ext cx="1325880" cy="4114800"/>
          </a:xfrm>
          <a:prstGeom prst="rect">
            <a:avLst/>
          </a:prstGeom>
          <a:solidFill>
            <a:srgbClr val="7851A9"/>
          </a:solidFill>
          <a:ln>
            <a:solidFill>
              <a:srgbClr val="7851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Define or clarify solution scope in business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1325880" cy="4114800"/>
          </a:xfrm>
          <a:prstGeom prst="rect">
            <a:avLst/>
          </a:prstGeom>
          <a:solidFill>
            <a:srgbClr val="445484"/>
          </a:solidFill>
          <a:ln>
            <a:solidFill>
              <a:srgbClr val="445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Achieve clarity with customer with regards to the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1325880" cy="4114800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1143000" cy="1626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Provide project estimates aligned with both fits and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45920"/>
            <a:ext cx="1325880" cy="4114800"/>
          </a:xfrm>
          <a:prstGeom prst="rect">
            <a:avLst/>
          </a:prstGeom>
          <a:solidFill>
            <a:srgbClr val="5C9CCC"/>
          </a:solidFill>
          <a:ln>
            <a:solidFill>
              <a:srgbClr val="5C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468880"/>
            <a:ext cx="1234440" cy="1109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rPr dirty="0"/>
              <a:t>Capture and qualify change</a:t>
            </a:r>
            <a:r>
              <a:rPr lang="lt-LT" dirty="0"/>
              <a:t> </a:t>
            </a:r>
            <a:r>
              <a:rPr lang="en-US" dirty="0"/>
              <a:t> m</a:t>
            </a:r>
            <a:r>
              <a:rPr dirty="0"/>
              <a:t>anagement requirements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1325880" cy="4114800"/>
          </a:xfrm>
          <a:prstGeom prst="rect">
            <a:avLst/>
          </a:prstGeom>
          <a:solidFill>
            <a:srgbClr val="4BACC6"/>
          </a:solidFill>
          <a:ln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1828800"/>
            <a:ext cx="1325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68880"/>
            <a:ext cx="1143000" cy="2660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400">
                <a:solidFill>
                  <a:srgbClr val="FFFFFF"/>
                </a:solidFill>
              </a:defRPr>
            </a:pPr>
            <a:r>
              <a:t>Ensure the customer understands their own level of commitment and readiness required to be successful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000000"/>
                </a:solidFill>
              </a:defRPr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Discovery scenarios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2">
            <a:extLst>
              <a:ext uri="{FF2B5EF4-FFF2-40B4-BE49-F238E27FC236}">
                <a16:creationId xmlns:a16="http://schemas.microsoft.com/office/drawing/2014/main" id="{418B4F29-8F74-2A04-84B0-AFFA161C9D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670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 descr="Uploaded image">
            <a:extLst>
              <a:ext uri="{FF2B5EF4-FFF2-40B4-BE49-F238E27FC236}">
                <a16:creationId xmlns:a16="http://schemas.microsoft.com/office/drawing/2014/main" id="{C49BDBA9-3E78-19DA-4435-87EEB9AFA2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FFAF3534-565C-8719-CDD3-F2D3E4B6E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76581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212109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2400" dirty="0"/>
              <a:t>Multi-</a:t>
            </a:r>
          </a:p>
          <a:p>
            <a:r>
              <a:rPr sz="2400" b="1" dirty="0">
                <a:solidFill>
                  <a:srgbClr val="000000"/>
                </a:solidFill>
              </a:rPr>
              <a:t>solution/phase</a:t>
            </a:r>
          </a:p>
          <a:p>
            <a:r>
              <a:rPr sz="2400" b="1" dirty="0">
                <a:solidFill>
                  <a:srgbClr val="000000"/>
                </a:solidFill>
              </a:rPr>
              <a:t>estimates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457200"/>
            <a:ext cx="45720" cy="5943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1097280"/>
            <a:ext cx="5303520" cy="3959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b="1" dirty="0"/>
              <a:t>Consider end-to-end process rather than individual products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Map out the overall data model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Plan the roll-out strategy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Create workstreams with end-to-end processes that deliver business value for each phase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Align estimates with workstreams and deliverables</a:t>
            </a:r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dirty="0"/>
              <a:t>Review for shared resources (people, environments, etc.)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Recommended practices for discovery (1/2)</a:t>
            </a:r>
          </a:p>
        </p:txBody>
      </p:sp>
      <p:sp>
        <p:nvSpPr>
          <p:cNvPr id="3" name="Oval 2"/>
          <p:cNvSpPr/>
          <p:nvPr/>
        </p:nvSpPr>
        <p:spPr>
          <a:xfrm>
            <a:off x="708660" y="1189421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100" y="1280861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780" y="1280861"/>
            <a:ext cx="246507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Ensure the right team is in place to drive discovery outcomes</a:t>
            </a:r>
          </a:p>
        </p:txBody>
      </p:sp>
      <p:sp>
        <p:nvSpPr>
          <p:cNvPr id="9" name="Oval 8"/>
          <p:cNvSpPr/>
          <p:nvPr/>
        </p:nvSpPr>
        <p:spPr>
          <a:xfrm>
            <a:off x="708660" y="2287402"/>
            <a:ext cx="822960" cy="822960"/>
          </a:xfrm>
          <a:prstGeom prst="ellipse">
            <a:avLst/>
          </a:prstGeom>
          <a:solidFill>
            <a:srgbClr val="936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" y="2378842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73264"/>
            <a:ext cx="221996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Change Management workstream in the planning step</a:t>
            </a:r>
          </a:p>
        </p:txBody>
      </p:sp>
      <p:sp>
        <p:nvSpPr>
          <p:cNvPr id="12" name="Oval 11"/>
          <p:cNvSpPr/>
          <p:nvPr/>
        </p:nvSpPr>
        <p:spPr>
          <a:xfrm>
            <a:off x="5264150" y="11833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7010" y="124641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7130" y="1183328"/>
            <a:ext cx="2141220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Include requirement documentation workshop in the workshop planning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" y="3335208"/>
            <a:ext cx="845527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831" y="3500466"/>
            <a:ext cx="6576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628" y="3337109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Record the sessions and upload to the project document repository</a:t>
            </a:r>
          </a:p>
        </p:txBody>
      </p:sp>
      <p:sp>
        <p:nvSpPr>
          <p:cNvPr id="28" name="Oval 27"/>
          <p:cNvSpPr/>
          <p:nvPr/>
        </p:nvSpPr>
        <p:spPr>
          <a:xfrm>
            <a:off x="5265420" y="2282128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56860" y="2373568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2387" y="2306258"/>
            <a:ext cx="1972603" cy="821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Capture all relevant information in ADO/repository</a:t>
            </a:r>
          </a:p>
        </p:txBody>
      </p:sp>
      <p:sp>
        <p:nvSpPr>
          <p:cNvPr id="31" name="Oval 30"/>
          <p:cNvSpPr/>
          <p:nvPr/>
        </p:nvSpPr>
        <p:spPr>
          <a:xfrm>
            <a:off x="5287010" y="3350709"/>
            <a:ext cx="822960" cy="822960"/>
          </a:xfrm>
          <a:prstGeom prst="ellipse">
            <a:avLst/>
          </a:prstGeom>
          <a:solidFill>
            <a:srgbClr val="445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78450" y="3442149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rPr dirty="0"/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7130" y="3335208"/>
            <a:ext cx="2141220" cy="2059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000000"/>
                </a:solidFill>
              </a:defRPr>
            </a:pPr>
            <a:r>
              <a:rPr dirty="0"/>
              <a:t>The solution blueprint should contain all areas of the solution, including but not limited to external integrations, interfaces, data migrations, and other interactions with Dynamics 365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BCA1-237E-3692-7F7F-92DDE5DE3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37C8-E141-AEC0-1E8B-3B139CFB8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799" y="1251737"/>
            <a:ext cx="3212237" cy="900271"/>
          </a:xfrm>
        </p:spPr>
        <p:txBody>
          <a:bodyPr vert="horz" lIns="68580" tIns="34290" rIns="68580" bIns="34290" rtlCol="0" anchor="b">
            <a:normAutofit/>
          </a:bodyPr>
          <a:lstStyle/>
          <a:p>
            <a:pPr algn="l"/>
            <a:r>
              <a:rPr lang="lt-LT" sz="2700" dirty="0"/>
              <a:t>Procesai- pavyzdys</a:t>
            </a:r>
            <a:endParaRPr lang="en-US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76FA5-6349-DC39-708A-03EDCAF88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800" y="2380576"/>
            <a:ext cx="3212238" cy="2633957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marL="342900" lvl="2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Plan production operations process flow</a:t>
            </a:r>
            <a:endParaRPr lang="en-US" dirty="0"/>
          </a:p>
          <a:p>
            <a:pPr marL="171450" lvl="1" algn="l"/>
            <a:endParaRPr lang="en-US" sz="135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11F82-1430-C643-D2DF-17B96151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03" y="1436941"/>
            <a:ext cx="4221014" cy="380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59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US"/>
              <a:t>Discovery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Does this process interconnect with any other processes?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Check the L1 and L2 diagrams to see some default interconnectivity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triggers this process to start?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Multiple patterns may be required if there are multiple triggers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output does the process produce and for whom?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Lack of clarity here, may indicate need for process change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How many ways is the process performed?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Multiple patterns may be required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Is there documentation for the process? And is it current?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Do not use documentation of an existing process to design the solution.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How does this process align with project goals and customer priorities?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Discovery questions,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6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Who is responsible to monitor the efficiency and effectiveness of the process?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metrics exist for the current process?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Consider time, quality, cost, productivity, etc.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Who is responsible for the change process?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do you normally do in the process?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Useful when there is no base flow diagram to start the diagram.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resources are required?</a:t>
            </a:r>
          </a:p>
          <a:p>
            <a:pPr marL="742950" lvl="1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 b="0">
                <a:solidFill>
                  <a:srgbClr val="3C3C3C"/>
                </a:solidFill>
              </a:defRPr>
            </a:pPr>
            <a:r>
              <a:rPr dirty="0"/>
              <a:t>People, products, systems, etc.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 b="1">
                <a:solidFill>
                  <a:srgbClr val="000000"/>
                </a:solidFill>
              </a:defRPr>
            </a:pPr>
            <a:r>
              <a:rPr dirty="0"/>
              <a:t>What decisions are required and what policies and rules govern these decisions?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Discovery questions,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How do you handle your most difficult problem?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What problems exist with the current process?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What business application(s) support this process?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What are the steps in the process, and who is involved?</a:t>
            </a:r>
          </a:p>
          <a:p>
            <a:pPr lvl="1">
              <a:spcAft>
                <a:spcPts val="1400"/>
              </a:spcAft>
              <a:defRPr sz="1400" b="0">
                <a:solidFill>
                  <a:srgbClr val="3C3C3C"/>
                </a:solidFill>
              </a:defRPr>
            </a:pPr>
            <a:r>
              <a:t>Use this to formulate the swim lane diagram – start from a base flow where possible</a:t>
            </a:r>
          </a:p>
          <a:p>
            <a:pPr>
              <a:spcAft>
                <a:spcPts val="800"/>
              </a:spcAft>
              <a:defRPr sz="1600" b="1">
                <a:solidFill>
                  <a:srgbClr val="000000"/>
                </a:solidFill>
              </a:defRPr>
            </a:pPr>
            <a:r>
              <a:t>What information is required to complete each step?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E345-8C19-6F61-423A-86DE2645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C0A0-94ED-14DE-85EE-2081B0497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383" y="327952"/>
            <a:ext cx="2716205" cy="4266029"/>
          </a:xfrm>
        </p:spPr>
        <p:txBody>
          <a:bodyPr vert="horz" lIns="68580" tIns="34290" rIns="68580" bIns="34290" rtlCol="0" anchor="t">
            <a:normAutofit fontScale="90000"/>
          </a:bodyPr>
          <a:lstStyle/>
          <a:p>
            <a:pPr algn="l"/>
            <a:r>
              <a:rPr lang="lt-LT" sz="2400" b="1" dirty="0"/>
              <a:t>PASIŪLYMAS:</a:t>
            </a:r>
            <a:br>
              <a:rPr lang="lt-LT" sz="2400" b="1" dirty="0"/>
            </a:br>
            <a:br>
              <a:rPr lang="lt-LT" sz="2400" b="1" dirty="0"/>
            </a:br>
            <a:r>
              <a:rPr lang="lt-LT" sz="2400" b="1" dirty="0"/>
              <a:t>„ Vizijos ir poreikių analizė“</a:t>
            </a:r>
            <a:br>
              <a:rPr lang="en-US" sz="2400" dirty="0"/>
            </a:br>
            <a:br>
              <a:rPr lang="lt-LT" sz="2400" dirty="0"/>
            </a:br>
            <a:r>
              <a:rPr lang="lt-LT" sz="2400" b="1" dirty="0"/>
              <a:t>„E</a:t>
            </a:r>
            <a:r>
              <a:rPr lang="en-US" sz="2400" b="1" dirty="0" err="1"/>
              <a:t>nvisioning</a:t>
            </a:r>
            <a:r>
              <a:rPr lang="en-US" sz="2400" b="1" dirty="0"/>
              <a:t> discovery</a:t>
            </a:r>
            <a:r>
              <a:rPr lang="lt-LT" sz="2400" b="1" dirty="0"/>
              <a:t>“</a:t>
            </a:r>
            <a:br>
              <a:rPr lang="en-US" sz="2400" dirty="0"/>
            </a:br>
            <a:br>
              <a:rPr lang="lt-LT" sz="1400" dirty="0"/>
            </a:br>
            <a:br>
              <a:rPr lang="en-US" sz="1400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lt-LT" sz="1350" b="1" dirty="0"/>
            </a:br>
            <a:br>
              <a:rPr lang="en-US" sz="1350" b="1" dirty="0"/>
            </a:br>
            <a:endParaRPr lang="en-US" sz="13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70097-FABD-E3D7-6E45-B4D398582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831" y="412270"/>
            <a:ext cx="5104719" cy="5347180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257175" indent="-1714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Input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Susitikimai</a:t>
            </a:r>
            <a:r>
              <a:rPr lang="lt-LT" sz="2000" dirty="0">
                <a:solidFill>
                  <a:schemeClr val="tx1"/>
                </a:solidFill>
              </a:rPr>
              <a:t>  Klientas + Diegėjas</a:t>
            </a: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lt-LT" sz="2000" dirty="0">
                <a:solidFill>
                  <a:schemeClr val="tx1"/>
                </a:solidFill>
              </a:rPr>
              <a:t>Dalyvauja </a:t>
            </a:r>
            <a:r>
              <a:rPr lang="lt-LT" sz="2000" b="1" dirty="0">
                <a:solidFill>
                  <a:schemeClr val="tx1"/>
                </a:solidFill>
              </a:rPr>
              <a:t>keli (1-3)</a:t>
            </a:r>
            <a:r>
              <a:rPr lang="lt-LT" sz="2000" dirty="0">
                <a:solidFill>
                  <a:schemeClr val="tx1"/>
                </a:solidFill>
              </a:rPr>
              <a:t> kliento atstovai- pardavimai gamyba, pirkimai, utilizacija – dėl prioritetų ir asmenų reikia susitarti </a:t>
            </a:r>
            <a:endParaRPr lang="en-US" sz="2000" dirty="0">
              <a:solidFill>
                <a:schemeClr val="tx1"/>
              </a:solidFill>
            </a:endParaRPr>
          </a:p>
          <a:p>
            <a:pPr marL="257175" indent="-1714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Output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Diagnostikos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Dokumentas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kuriame</a:t>
            </a:r>
            <a:r>
              <a:rPr lang="lt-LT" sz="2000" dirty="0">
                <a:solidFill>
                  <a:schemeClr val="tx1"/>
                </a:solidFill>
              </a:rPr>
              <a:t>: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lt-LT" sz="2000" dirty="0">
                <a:solidFill>
                  <a:schemeClr val="tx1"/>
                </a:solidFill>
              </a:rPr>
              <a:t>pateikiama išvada kaip  D365 FO  atitinka </a:t>
            </a:r>
            <a:r>
              <a:rPr lang="lt-LT" sz="2000" b="1" dirty="0">
                <a:solidFill>
                  <a:schemeClr val="tx1"/>
                </a:solidFill>
              </a:rPr>
              <a:t>kritinius</a:t>
            </a:r>
            <a:r>
              <a:rPr lang="lt-LT" sz="2000" dirty="0">
                <a:solidFill>
                  <a:schemeClr val="tx1"/>
                </a:solidFill>
              </a:rPr>
              <a:t> kliento poreikius.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lt-LT" sz="2000" dirty="0">
                <a:solidFill>
                  <a:schemeClr val="tx1"/>
                </a:solidFill>
              </a:rPr>
              <a:t>Aukšto lygio architektūros pasiūlymą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lt-LT" sz="2000" dirty="0">
                <a:solidFill>
                  <a:schemeClr val="tx1"/>
                </a:solidFill>
              </a:rPr>
              <a:t>Įvertinimą ar platforma atitiks  kliento iškeltus poreikius plėtrai ir vystymui</a:t>
            </a:r>
          </a:p>
          <a:p>
            <a:pPr marL="600075" lvl="1" indent="-171450" algn="l">
              <a:buFont typeface="Arial" panose="020B0604020202020204" pitchFamily="34" charset="0"/>
              <a:buChar char="•"/>
            </a:pPr>
            <a:endParaRPr lang="lt-LT" sz="2000" b="1" dirty="0">
              <a:solidFill>
                <a:schemeClr val="tx1"/>
              </a:solidFill>
            </a:endParaRPr>
          </a:p>
          <a:p>
            <a:pPr marL="600075" lvl="1" indent="-171450" algn="l">
              <a:buFont typeface="Arial" panose="020B0604020202020204" pitchFamily="34" charset="0"/>
              <a:buChar char="•"/>
            </a:pPr>
            <a:endParaRPr lang="lt-LT" sz="2000" b="1" dirty="0">
              <a:solidFill>
                <a:schemeClr val="tx1"/>
              </a:solidFill>
            </a:endParaRPr>
          </a:p>
          <a:p>
            <a:pPr marL="171450" lvl="1" algn="l"/>
            <a:endParaRPr lang="en-US" sz="1275" b="1" dirty="0"/>
          </a:p>
          <a:p>
            <a:pPr marL="0" lvl="1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275" b="1" dirty="0"/>
          </a:p>
          <a:p>
            <a:pPr marL="0" lvl="1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275" b="1" dirty="0"/>
          </a:p>
          <a:p>
            <a:pPr lvl="2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275" b="1" dirty="0"/>
          </a:p>
          <a:p>
            <a:pPr lvl="1" indent="-171450" algn="l">
              <a:buFont typeface="Arial" panose="020B0604020202020204" pitchFamily="34" charset="0"/>
              <a:buChar char="•"/>
            </a:pPr>
            <a:endParaRPr lang="en-US" sz="1275" b="1" dirty="0"/>
          </a:p>
        </p:txBody>
      </p:sp>
    </p:spTree>
    <p:extLst>
      <p:ext uri="{BB962C8B-B14F-4D97-AF65-F5344CB8AC3E}">
        <p14:creationId xmlns:p14="http://schemas.microsoft.com/office/powerpoint/2010/main" val="423880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BD1A-742E-CA88-B7F2-DF00EA4B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Kaina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62651-8603-D5E3-563C-59D6450EE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327666"/>
            <a:ext cx="4610100" cy="4798497"/>
          </a:xfrm>
        </p:spPr>
        <p:txBody>
          <a:bodyPr>
            <a:normAutofit/>
          </a:bodyPr>
          <a:lstStyle/>
          <a:p>
            <a:r>
              <a:rPr lang="lt-LT" sz="2000" dirty="0"/>
              <a:t>200 valandų</a:t>
            </a:r>
          </a:p>
          <a:p>
            <a:r>
              <a:rPr lang="lt-LT" sz="2000" dirty="0"/>
              <a:t>Kaštų valdymas: </a:t>
            </a:r>
          </a:p>
          <a:p>
            <a:pPr lvl="1"/>
            <a:r>
              <a:rPr lang="lt-LT" sz="2000" dirty="0"/>
              <a:t>Procesai surūšiuojami pagal galimas rizikas</a:t>
            </a:r>
          </a:p>
          <a:p>
            <a:pPr lvl="1"/>
            <a:r>
              <a:rPr lang="lt-LT" sz="2000" dirty="0"/>
              <a:t>Procesas pasibaigia kai: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lt-LT" sz="2000" dirty="0"/>
              <a:t>nustatomas kritinis blokas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lt-LT" sz="2000" dirty="0"/>
              <a:t>Pereinami visi procesai</a:t>
            </a:r>
          </a:p>
          <a:p>
            <a:pPr lvl="2"/>
            <a:endParaRPr lang="lt-LT" sz="2000" dirty="0"/>
          </a:p>
          <a:p>
            <a:pPr lvl="1"/>
            <a:endParaRPr lang="lt-LT" sz="2000" dirty="0"/>
          </a:p>
          <a:p>
            <a:pPr lvl="1"/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1674B-A08D-1A3B-0FCA-FFB99D9EC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61061"/>
              </p:ext>
            </p:extLst>
          </p:nvPr>
        </p:nvGraphicFramePr>
        <p:xfrm>
          <a:off x="5126086" y="1327666"/>
          <a:ext cx="3624214" cy="4934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1814">
                  <a:extLst>
                    <a:ext uri="{9D8B030D-6E8A-4147-A177-3AD203B41FA5}">
                      <a16:colId xmlns:a16="http://schemas.microsoft.com/office/drawing/2014/main" val="3667080155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821499542"/>
                    </a:ext>
                  </a:extLst>
                </a:gridCol>
              </a:tblGrid>
              <a:tr h="1898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Srautas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Funkcijų sritis</a:t>
                      </a:r>
                      <a:endParaRPr lang="lt-LT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3613133157"/>
                  </a:ext>
                </a:extLst>
              </a:tr>
              <a:tr h="569404">
                <a:tc row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lt-LT" sz="1000" u="none" strike="noStrike" dirty="0">
                          <a:effectLst/>
                        </a:rPr>
                        <a:t>Pagrindinės funkcijos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893721136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Marketingas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067603727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Pardavimai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995088921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Pirkimai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820582856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Įvežimo logistika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615829046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Atsargos ir Sandėlis</a:t>
                      </a:r>
                      <a:endParaRPr lang="lt-L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715460200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Išvežimo logistika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693939007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Transporto kiemo valdymas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618475670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Gamyba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535252173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Kokybė ir neatitiktys</a:t>
                      </a:r>
                      <a:endParaRPr lang="lt-L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878982979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Laboratorija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3940495627"/>
                  </a:ext>
                </a:extLst>
              </a:tr>
              <a:tr h="189801"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Palaikančios funkcijos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Personalo valdymas ir apskaita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499838272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Darbu ir priešgaisrinė sauga, sveikata</a:t>
                      </a:r>
                      <a:endParaRPr lang="lt-L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373662107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Naujų produktų kūrimas</a:t>
                      </a:r>
                      <a:endParaRPr lang="lt-L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571148844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Finansai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3523083852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Įrengimų priežiūra</a:t>
                      </a:r>
                      <a:endParaRPr lang="lt-L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4030137776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Analitika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697554208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Integracijos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702686889"/>
                  </a:ext>
                </a:extLst>
              </a:tr>
              <a:tr h="379603"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lt-LT" sz="1000" u="none" strike="noStrike">
                          <a:effectLst/>
                        </a:rPr>
                        <a:t>Spėjamos specifinės vietos</a:t>
                      </a:r>
                      <a:endParaRPr lang="lt-LT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b="1" u="none" strike="noStrike" dirty="0" err="1">
                          <a:effectLst/>
                        </a:rPr>
                        <a:t>Intercompany</a:t>
                      </a:r>
                      <a:r>
                        <a:rPr lang="lt-LT" sz="1000" b="1" u="none" strike="noStrike" dirty="0">
                          <a:effectLst/>
                        </a:rPr>
                        <a:t> gamybų valdymas</a:t>
                      </a:r>
                      <a:br>
                        <a:rPr lang="lt-LT" sz="1000" b="1" u="none" strike="noStrike" dirty="0">
                          <a:effectLst/>
                        </a:rPr>
                      </a:br>
                      <a:r>
                        <a:rPr lang="lt-LT" sz="1000" b="1" u="none" strike="noStrike" dirty="0">
                          <a:effectLst/>
                        </a:rPr>
                        <a:t> (</a:t>
                      </a:r>
                      <a:r>
                        <a:rPr lang="lt-LT" sz="1000" b="1" u="none" strike="noStrike" dirty="0" err="1">
                          <a:effectLst/>
                        </a:rPr>
                        <a:t>Opcenter</a:t>
                      </a:r>
                      <a:r>
                        <a:rPr lang="lt-LT" sz="1000" b="1" u="none" strike="noStrike" dirty="0">
                          <a:effectLst/>
                        </a:rPr>
                        <a:t> poreikis?) aptarti gamyboje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1068060665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lt-LT" sz="1000" b="1" u="none" strike="noStrike" dirty="0">
                          <a:effectLst/>
                        </a:rPr>
                        <a:t>Atliekų valdymas ? Aptarti gamyboje</a:t>
                      </a:r>
                      <a:endParaRPr lang="lt-LT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782963952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Krematoriumai</a:t>
                      </a:r>
                      <a:r>
                        <a:rPr lang="en-US" sz="1000" b="1" u="none" strike="noStrike" dirty="0">
                          <a:effectLst/>
                        </a:rPr>
                        <a:t> ? </a:t>
                      </a:r>
                      <a:r>
                        <a:rPr lang="en-US" sz="1000" b="1" u="none" strike="noStrike" dirty="0" err="1">
                          <a:effectLst/>
                        </a:rPr>
                        <a:t>Aptarti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gamyboje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4000408897"/>
                  </a:ext>
                </a:extLst>
              </a:tr>
              <a:tr h="1898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Vieninga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kainodara</a:t>
                      </a:r>
                      <a:r>
                        <a:rPr lang="en-US" sz="1000" b="1" u="none" strike="noStrike" dirty="0">
                          <a:effectLst/>
                        </a:rPr>
                        <a:t> (Unified Pricing)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69" marR="7969" marT="7969" marB="0" anchor="b"/>
                </a:tc>
                <a:extLst>
                  <a:ext uri="{0D108BD9-81ED-4DB2-BD59-A6C34878D82A}">
                    <a16:rowId xmlns:a16="http://schemas.microsoft.com/office/drawing/2014/main" val="2129149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980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DC4A-48FC-F131-2B3E-95E59C15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Nauda (likutinė vertė po etapo)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E63CE-5006-8030-484C-3524323A0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lt-LT" sz="2000" dirty="0"/>
              <a:t>Įvertinama ar nėra žinomų </a:t>
            </a:r>
            <a:r>
              <a:rPr lang="lt-LT" sz="2000" b="1" dirty="0"/>
              <a:t>rizikų</a:t>
            </a:r>
            <a:r>
              <a:rPr lang="lt-LT" sz="2000" dirty="0"/>
              <a:t>, kad programa pagal architektūrą netinkama verslo poreikiams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Parengtas</a:t>
            </a:r>
            <a:r>
              <a:rPr lang="en-US" sz="2000" dirty="0"/>
              <a:t> </a:t>
            </a:r>
            <a:r>
              <a:rPr lang="en-US" sz="2000" b="1" dirty="0" err="1"/>
              <a:t>architektūrinis</a:t>
            </a:r>
            <a:r>
              <a:rPr lang="en-US" sz="2000" b="1" dirty="0"/>
              <a:t> </a:t>
            </a:r>
            <a:r>
              <a:rPr lang="en-US" sz="2000" b="1" dirty="0" err="1"/>
              <a:t>pasiūlymas</a:t>
            </a:r>
            <a:r>
              <a:rPr lang="en-US" sz="2000" dirty="0"/>
              <a:t>, </a:t>
            </a:r>
            <a:r>
              <a:rPr lang="en-US" sz="2000" dirty="0" err="1"/>
              <a:t>atitinkantis</a:t>
            </a:r>
            <a:r>
              <a:rPr lang="en-US" sz="2000" dirty="0"/>
              <a:t> </a:t>
            </a:r>
            <a:r>
              <a:rPr lang="en-US" sz="2000" dirty="0" err="1"/>
              <a:t>identifikuotus</a:t>
            </a:r>
            <a:r>
              <a:rPr lang="en-US" sz="2000" dirty="0"/>
              <a:t> </a:t>
            </a:r>
            <a:r>
              <a:rPr lang="en-US" sz="2000" dirty="0" err="1"/>
              <a:t>verslo</a:t>
            </a:r>
            <a:r>
              <a:rPr lang="en-US" sz="2000" dirty="0"/>
              <a:t> </a:t>
            </a:r>
            <a:r>
              <a:rPr lang="en-US" sz="2000" dirty="0" err="1"/>
              <a:t>poreikius</a:t>
            </a:r>
            <a:r>
              <a:rPr lang="en-US" sz="2000" dirty="0"/>
              <a:t>.</a:t>
            </a:r>
            <a:endParaRPr lang="lt-LT" sz="2000" dirty="0"/>
          </a:p>
          <a:p>
            <a:pPr marL="514350" indent="-514350">
              <a:buFont typeface="+mj-lt"/>
              <a:buAutoNum type="arabicPeriod"/>
            </a:pPr>
            <a:r>
              <a:rPr lang="lt-LT" sz="2000" dirty="0"/>
              <a:t>Surinkti tikslai panaudojami projekto apimties  planavimui </a:t>
            </a:r>
          </a:p>
          <a:p>
            <a:pPr marL="514350" indent="-514350">
              <a:buFont typeface="+mj-lt"/>
              <a:buAutoNum type="arabicPeriod"/>
            </a:pPr>
            <a:r>
              <a:rPr lang="lt-LT" sz="2000" dirty="0"/>
              <a:t>Surinkta informacija panaudojama projekto etapų planavimui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5687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EA43-AA76-5ACD-6DEF-BA2DDE703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lt-LT" dirty="0"/>
              <a:t>Analizės Greitintuvas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E6D788-F53C-BF1E-CD77-0E97059F1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6588"/>
            <a:ext cx="9144000" cy="39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05833-4161-D044-0135-6F1F7EDFE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DA458A-12A6-C9AD-314A-815DD1981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133" y="804397"/>
            <a:ext cx="8596468" cy="5754789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marL="600075" lvl="1" indent="-17145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Ko </a:t>
            </a:r>
            <a:r>
              <a:rPr lang="en-US" sz="1800" b="1" dirty="0" err="1">
                <a:solidFill>
                  <a:schemeClr val="tx1"/>
                </a:solidFill>
              </a:rPr>
              <a:t>neapima</a:t>
            </a:r>
            <a:endParaRPr lang="en-US" sz="1800" b="1" dirty="0">
              <a:solidFill>
                <a:schemeClr val="tx1"/>
              </a:solidFill>
            </a:endParaRP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Funkcinių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reikalavimų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aprašymo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jų</a:t>
            </a:r>
            <a:r>
              <a:rPr lang="en-US" sz="1800" dirty="0">
                <a:solidFill>
                  <a:schemeClr val="tx1"/>
                </a:solidFill>
              </a:rPr>
              <a:t> FIT- GAP </a:t>
            </a:r>
            <a:r>
              <a:rPr lang="en-US" sz="1800" dirty="0" err="1">
                <a:solidFill>
                  <a:schemeClr val="tx1"/>
                </a:solidFill>
              </a:rPr>
              <a:t>vertinimo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Esamų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procesų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schemų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piešimo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Būsimų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procesų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schemų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piešimo</a:t>
            </a:r>
            <a:endParaRPr lang="en-US" sz="1800" dirty="0">
              <a:solidFill>
                <a:schemeClr val="tx1"/>
              </a:solidFill>
            </a:endParaRP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Detali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procesų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analizė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bei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kiti</a:t>
            </a:r>
            <a:r>
              <a:rPr lang="en-US" sz="1800" dirty="0">
                <a:solidFill>
                  <a:schemeClr val="tx1"/>
                </a:solidFill>
              </a:rPr>
              <a:t> MS Dynamics </a:t>
            </a:r>
            <a:r>
              <a:rPr lang="en-US" sz="1800" dirty="0" err="1">
                <a:solidFill>
                  <a:schemeClr val="tx1"/>
                </a:solidFill>
              </a:rPr>
              <a:t>sistemos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diegimo</a:t>
            </a:r>
            <a:r>
              <a:rPr lang="en-US" sz="1800" dirty="0">
                <a:solidFill>
                  <a:schemeClr val="tx1"/>
                </a:solidFill>
              </a:rPr>
              <a:t>/ </a:t>
            </a:r>
            <a:r>
              <a:rPr lang="en-US" sz="1800" dirty="0" err="1">
                <a:solidFill>
                  <a:schemeClr val="tx1"/>
                </a:solidFill>
              </a:rPr>
              <a:t>naujinimo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darbai</a:t>
            </a:r>
            <a:endParaRPr lang="en-US" sz="1800" dirty="0">
              <a:solidFill>
                <a:schemeClr val="tx1"/>
              </a:solidFill>
            </a:endParaRP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Detalios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funkcinės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techninės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specifikacijos</a:t>
            </a:r>
            <a:endParaRPr lang="en-US" sz="1800" dirty="0">
              <a:solidFill>
                <a:schemeClr val="tx1"/>
              </a:solidFill>
            </a:endParaRP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Detalus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esamos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naujos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verslo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valdymo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sistemos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palyginimas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lt-LT" sz="1800" dirty="0">
              <a:solidFill>
                <a:schemeClr val="tx1"/>
              </a:solidFill>
            </a:endParaRP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lt-LT" sz="1800" dirty="0">
                <a:solidFill>
                  <a:schemeClr val="tx1"/>
                </a:solidFill>
              </a:rPr>
              <a:t>Daugiau kaip 2  analizės dokumento pataisymo ciklai. </a:t>
            </a:r>
          </a:p>
          <a:p>
            <a:pPr marL="942975" lvl="2" indent="-171450" algn="l">
              <a:buFont typeface="Arial" panose="020B0604020202020204" pitchFamily="34" charset="0"/>
              <a:buChar char="•"/>
            </a:pPr>
            <a:r>
              <a:rPr lang="lt-LT" sz="1800" dirty="0">
                <a:solidFill>
                  <a:schemeClr val="tx1"/>
                </a:solidFill>
              </a:rPr>
              <a:t>Sistemos demonstracijos ir mokymai </a:t>
            </a:r>
            <a:endParaRPr lang="en-US" sz="1800" dirty="0">
              <a:solidFill>
                <a:schemeClr val="tx1"/>
              </a:solidFill>
            </a:endParaRPr>
          </a:p>
          <a:p>
            <a:pPr lvl="2" indent="-1714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lvl="1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0" lvl="1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lvl="2" indent="-171450" algn="l"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lvl="1" indent="-171450" algn="l">
              <a:buFont typeface="Arial" panose="020B0604020202020204" pitchFamily="34" charset="0"/>
              <a:buChar char="•"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1367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3c915a-90d7-4e03-a8b7-b07f1c65860d" xsi:nil="true"/>
    <lcf76f155ced4ddcb4097134ff3c332f xmlns="2d0d006a-dcb8-44bb-98e3-35dc52d0e04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6AC718DBD6E04E91492024D3AC6D98" ma:contentTypeVersion="10" ma:contentTypeDescription="Create a new document." ma:contentTypeScope="" ma:versionID="a3792a878f4c35765e17915e7c4e7a5d">
  <xsd:schema xmlns:xsd="http://www.w3.org/2001/XMLSchema" xmlns:xs="http://www.w3.org/2001/XMLSchema" xmlns:p="http://schemas.microsoft.com/office/2006/metadata/properties" xmlns:ns2="2d0d006a-dcb8-44bb-98e3-35dc52d0e043" xmlns:ns3="273c915a-90d7-4e03-a8b7-b07f1c65860d" targetNamespace="http://schemas.microsoft.com/office/2006/metadata/properties" ma:root="true" ma:fieldsID="36d9a9b1c4d214a1e8d95c1c2a5e58fe" ns2:_="" ns3:_="">
    <xsd:import namespace="2d0d006a-dcb8-44bb-98e3-35dc52d0e043"/>
    <xsd:import namespace="273c915a-90d7-4e03-a8b7-b07f1c6586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0d006a-dcb8-44bb-98e3-35dc52d0e0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e85e11c-2a80-4fb9-a7a6-57237aa18a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c915a-90d7-4e03-a8b7-b07f1c6586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5c32364-28be-4a67-aecd-9d12620be8b0}" ma:internalName="TaxCatchAll" ma:showField="CatchAllData" ma:web="273c915a-90d7-4e03-a8b7-b07f1c6586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1D2D6A-EB3C-4FDE-9BE4-548E6612F6D1}">
  <ds:schemaRefs>
    <ds:schemaRef ds:uri="http://schemas.microsoft.com/office/2006/metadata/properties"/>
    <ds:schemaRef ds:uri="http://schemas.microsoft.com/office/infopath/2007/PartnerControls"/>
    <ds:schemaRef ds:uri="273c915a-90d7-4e03-a8b7-b07f1c65860d"/>
    <ds:schemaRef ds:uri="2d0d006a-dcb8-44bb-98e3-35dc52d0e043"/>
  </ds:schemaRefs>
</ds:datastoreItem>
</file>

<file path=customXml/itemProps2.xml><?xml version="1.0" encoding="utf-8"?>
<ds:datastoreItem xmlns:ds="http://schemas.openxmlformats.org/officeDocument/2006/customXml" ds:itemID="{AE5938BA-891D-4020-9EE6-41C0ECEF61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E119BD-2AFB-4A7D-904F-9A68E56472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0d006a-dcb8-44bb-98e3-35dc52d0e043"/>
    <ds:schemaRef ds:uri="273c915a-90d7-4e03-a8b7-b07f1c658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471</TotalTime>
  <Words>1962</Words>
  <Application>Microsoft Office PowerPoint</Application>
  <PresentationFormat>On-screen Show (4:3)</PresentationFormat>
  <Paragraphs>286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Tikslas</vt:lpstr>
      <vt:lpstr>Vadovo Santrauka</vt:lpstr>
      <vt:lpstr>Projekto eiga (Hibridinis Modelis)</vt:lpstr>
      <vt:lpstr>Kiek kainuoja D365 Finance &amp; Operations (AX) diegimas?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Procesai- pavyzdys</vt:lpstr>
      <vt:lpstr>PowerPoint Presentation</vt:lpstr>
      <vt:lpstr>PowerPoint Presentation</vt:lpstr>
      <vt:lpstr>PowerPoint Presentation</vt:lpstr>
      <vt:lpstr>PASIŪLYMAS:  „ Vizijos ir poreikių analizė“  „Envisioning discovery“            </vt:lpstr>
      <vt:lpstr>Kaina</vt:lpstr>
      <vt:lpstr>Nauda (likutinė vertė po etapo)</vt:lpstr>
      <vt:lpstr>Analizės Greitintuvas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Jurijus Mirošničenko</dc:creator>
  <cp:keywords/>
  <dc:description>generated using python-pptx</dc:description>
  <cp:lastModifiedBy>Jurijus Mirošničenko</cp:lastModifiedBy>
  <cp:revision>18</cp:revision>
  <dcterms:created xsi:type="dcterms:W3CDTF">2013-01-27T09:14:16Z</dcterms:created>
  <dcterms:modified xsi:type="dcterms:W3CDTF">2025-11-06T15:03:51Z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0x010100376AC718DBD6E04E91492024D3AC6D98</vt:lpwstr>
  </property>
  <property fmtid="{D5CDD505-2E9C-101B-9397-08002B2CF9AE}" pid="3" name="MediaServiceImageTags">
    <vt:lpwstr/>
  </property>
</Properties>
</file>